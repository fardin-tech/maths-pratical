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82" r:id="rId3"/>
  </p:sldMasterIdLst>
  <p:sldIdLst>
    <p:sldId id="256" r:id="rId4"/>
    <p:sldId id="257" r:id="rId5"/>
    <p:sldId id="259" r:id="rId6"/>
    <p:sldId id="258" r:id="rId7"/>
    <p:sldId id="260" r:id="rId8"/>
    <p:sldId id="261" r:id="rId9"/>
    <p:sldId id="266" r:id="rId10"/>
    <p:sldId id="265" r:id="rId11"/>
    <p:sldId id="262" r:id="rId12"/>
    <p:sldId id="264" r:id="rId13"/>
    <p:sldId id="274" r:id="rId14"/>
    <p:sldId id="268" r:id="rId15"/>
    <p:sldId id="272" r:id="rId16"/>
    <p:sldId id="263" r:id="rId17"/>
    <p:sldId id="270" r:id="rId18"/>
    <p:sldId id="271" r:id="rId19"/>
    <p:sldId id="273" r:id="rId20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32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157400" y="494640"/>
            <a:ext cx="5126400" cy="105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55" name="PlaceHolder 2"/>
          <p:cNvSpPr>
            <a:spLocks noGrp="1"/>
          </p:cNvSpPr>
          <p:nvPr>
            <p:ph type="title"/>
          </p:nvPr>
        </p:nvSpPr>
        <p:spPr>
          <a:xfrm>
            <a:off x="720000" y="1344600"/>
            <a:ext cx="1057320" cy="63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15000"/>
              </a:lnSpc>
              <a:buNone/>
            </a:pPr>
            <a:r>
              <a:rPr lang="fr-FR" sz="3000" b="1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title"/>
          </p:nvPr>
        </p:nvSpPr>
        <p:spPr>
          <a:xfrm>
            <a:off x="720000" y="3040920"/>
            <a:ext cx="1057320" cy="63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15000"/>
              </a:lnSpc>
              <a:buNone/>
            </a:pPr>
            <a:r>
              <a:rPr lang="fr-FR" sz="3000" b="1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4"/>
          <p:cNvSpPr>
            <a:spLocks noGrp="1"/>
          </p:cNvSpPr>
          <p:nvPr>
            <p:ph type="title"/>
          </p:nvPr>
        </p:nvSpPr>
        <p:spPr>
          <a:xfrm>
            <a:off x="4366800" y="1344600"/>
            <a:ext cx="1057320" cy="63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15000"/>
              </a:lnSpc>
              <a:buNone/>
            </a:pPr>
            <a:r>
              <a:rPr lang="fr-FR" sz="3000" b="1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5"/>
          <p:cNvSpPr>
            <a:spLocks noGrp="1"/>
          </p:cNvSpPr>
          <p:nvPr>
            <p:ph type="title"/>
          </p:nvPr>
        </p:nvSpPr>
        <p:spPr>
          <a:xfrm>
            <a:off x="4366800" y="3040920"/>
            <a:ext cx="1057320" cy="63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15000"/>
              </a:lnSpc>
              <a:buNone/>
            </a:pPr>
            <a:r>
              <a:rPr lang="fr-FR" sz="3000" b="1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59" name="Google Shape;508;p13"/>
          <p:cNvGrpSpPr/>
          <p:nvPr/>
        </p:nvGrpSpPr>
        <p:grpSpPr>
          <a:xfrm>
            <a:off x="-693000" y="2711880"/>
            <a:ext cx="1981440" cy="3308400"/>
            <a:chOff x="-693000" y="2711880"/>
            <a:chExt cx="1981440" cy="3308400"/>
          </a:xfrm>
        </p:grpSpPr>
        <p:sp>
          <p:nvSpPr>
            <p:cNvPr id="160" name="Google Shape;509;p13"/>
            <p:cNvSpPr/>
            <p:nvPr/>
          </p:nvSpPr>
          <p:spPr>
            <a:xfrm flipH="1">
              <a:off x="-504720" y="4279320"/>
              <a:ext cx="1139040" cy="986400"/>
            </a:xfrm>
            <a:custGeom>
              <a:avLst/>
              <a:gdLst>
                <a:gd name="textAreaLeft" fmla="*/ 360 w 1139040"/>
                <a:gd name="textAreaRight" fmla="*/ 1139760 w 1139040"/>
                <a:gd name="textAreaTop" fmla="*/ 0 h 986400"/>
                <a:gd name="textAreaBottom" fmla="*/ 986760 h 986400"/>
              </a:gdLst>
              <a:ahLst/>
              <a:cxnLst/>
              <a:rect l="textAreaLeft" t="textAreaTop" r="textAreaRight" b="textAreaBottom"/>
              <a:pathLst>
                <a:path w="51285" h="44413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 rotWithShape="0"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000"/>
                  </a:srgbClr>
                </a:gs>
              </a:gsLst>
              <a:lin ang="80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61" name="Google Shape;510;p13"/>
            <p:cNvGrpSpPr/>
            <p:nvPr/>
          </p:nvGrpSpPr>
          <p:grpSpPr>
            <a:xfrm>
              <a:off x="171000" y="4682160"/>
              <a:ext cx="327960" cy="328320"/>
              <a:chOff x="171000" y="4682160"/>
              <a:chExt cx="327960" cy="328320"/>
            </a:xfrm>
          </p:grpSpPr>
          <p:sp>
            <p:nvSpPr>
              <p:cNvPr id="162" name="Google Shape;511;p13"/>
              <p:cNvSpPr/>
              <p:nvPr/>
            </p:nvSpPr>
            <p:spPr>
              <a:xfrm>
                <a:off x="171000" y="4682160"/>
                <a:ext cx="115560" cy="115560"/>
              </a:xfrm>
              <a:custGeom>
                <a:avLst/>
                <a:gdLst>
                  <a:gd name="textAreaLeft" fmla="*/ 0 w 115560"/>
                  <a:gd name="textAreaRight" fmla="*/ 115920 w 115560"/>
                  <a:gd name="textAreaTop" fmla="*/ 0 h 115560"/>
                  <a:gd name="textAreaBottom" fmla="*/ 115920 h 11556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7960" bIns="57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3" name="Google Shape;512;p13"/>
              <p:cNvSpPr/>
              <p:nvPr/>
            </p:nvSpPr>
            <p:spPr>
              <a:xfrm>
                <a:off x="206280" y="4717800"/>
                <a:ext cx="115560" cy="115560"/>
              </a:xfrm>
              <a:custGeom>
                <a:avLst/>
                <a:gdLst>
                  <a:gd name="textAreaLeft" fmla="*/ 0 w 115560"/>
                  <a:gd name="textAreaRight" fmla="*/ 115920 w 115560"/>
                  <a:gd name="textAreaTop" fmla="*/ 0 h 115560"/>
                  <a:gd name="textAreaBottom" fmla="*/ 115920 h 11556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7960" bIns="57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4" name="Google Shape;513;p13"/>
              <p:cNvSpPr/>
              <p:nvPr/>
            </p:nvSpPr>
            <p:spPr>
              <a:xfrm>
                <a:off x="241920" y="4753080"/>
                <a:ext cx="115560" cy="115560"/>
              </a:xfrm>
              <a:custGeom>
                <a:avLst/>
                <a:gdLst>
                  <a:gd name="textAreaLeft" fmla="*/ 0 w 115560"/>
                  <a:gd name="textAreaRight" fmla="*/ 115920 w 115560"/>
                  <a:gd name="textAreaTop" fmla="*/ 0 h 115560"/>
                  <a:gd name="textAreaBottom" fmla="*/ 115920 h 11556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7960" bIns="57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5" name="Google Shape;514;p13"/>
              <p:cNvSpPr/>
              <p:nvPr/>
            </p:nvSpPr>
            <p:spPr>
              <a:xfrm>
                <a:off x="277200" y="4788720"/>
                <a:ext cx="115560" cy="115200"/>
              </a:xfrm>
              <a:custGeom>
                <a:avLst/>
                <a:gdLst>
                  <a:gd name="textAreaLeft" fmla="*/ 0 w 115560"/>
                  <a:gd name="textAreaRight" fmla="*/ 115920 w 115560"/>
                  <a:gd name="textAreaTop" fmla="*/ 0 h 115200"/>
                  <a:gd name="textAreaBottom" fmla="*/ 115560 h 11520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7600" bIns="57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6" name="Google Shape;515;p13"/>
              <p:cNvSpPr/>
              <p:nvPr/>
            </p:nvSpPr>
            <p:spPr>
              <a:xfrm>
                <a:off x="312840" y="4824000"/>
                <a:ext cx="115560" cy="115560"/>
              </a:xfrm>
              <a:custGeom>
                <a:avLst/>
                <a:gdLst>
                  <a:gd name="textAreaLeft" fmla="*/ 0 w 115560"/>
                  <a:gd name="textAreaRight" fmla="*/ 115920 w 115560"/>
                  <a:gd name="textAreaTop" fmla="*/ 0 h 115560"/>
                  <a:gd name="textAreaBottom" fmla="*/ 115920 h 11556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7960" bIns="57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7" name="Google Shape;516;p13"/>
              <p:cNvSpPr/>
              <p:nvPr/>
            </p:nvSpPr>
            <p:spPr>
              <a:xfrm>
                <a:off x="348480" y="4859640"/>
                <a:ext cx="115200" cy="115200"/>
              </a:xfrm>
              <a:custGeom>
                <a:avLst/>
                <a:gdLst>
                  <a:gd name="textAreaLeft" fmla="*/ 0 w 115200"/>
                  <a:gd name="textAreaRight" fmla="*/ 115560 w 115200"/>
                  <a:gd name="textAreaTop" fmla="*/ 0 h 115200"/>
                  <a:gd name="textAreaBottom" fmla="*/ 115560 h 11520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7600" bIns="57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8" name="Google Shape;517;p13"/>
              <p:cNvSpPr/>
              <p:nvPr/>
            </p:nvSpPr>
            <p:spPr>
              <a:xfrm>
                <a:off x="383400" y="4894920"/>
                <a:ext cx="115560" cy="115560"/>
              </a:xfrm>
              <a:custGeom>
                <a:avLst/>
                <a:gdLst>
                  <a:gd name="textAreaLeft" fmla="*/ 0 w 115560"/>
                  <a:gd name="textAreaRight" fmla="*/ 115920 w 115560"/>
                  <a:gd name="textAreaTop" fmla="*/ 0 h 115560"/>
                  <a:gd name="textAreaBottom" fmla="*/ 115920 h 11556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7960" bIns="57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69" name="Google Shape;518;p13"/>
            <p:cNvGrpSpPr/>
            <p:nvPr/>
          </p:nvGrpSpPr>
          <p:grpSpPr>
            <a:xfrm>
              <a:off x="-693000" y="2711880"/>
              <a:ext cx="1116720" cy="1598040"/>
              <a:chOff x="-693000" y="2711880"/>
              <a:chExt cx="1116720" cy="1598040"/>
            </a:xfrm>
          </p:grpSpPr>
          <p:sp>
            <p:nvSpPr>
              <p:cNvPr id="170" name="Google Shape;519;p13"/>
              <p:cNvSpPr/>
              <p:nvPr/>
            </p:nvSpPr>
            <p:spPr>
              <a:xfrm rot="9000000">
                <a:off x="-283680" y="2659320"/>
                <a:ext cx="246600" cy="170280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702800"/>
                  <a:gd name="textAreaBottom" fmla="*/ 1703160 h 170280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171" name="Google Shape;520;p13"/>
              <p:cNvGrpSpPr/>
              <p:nvPr/>
            </p:nvGrpSpPr>
            <p:grpSpPr>
              <a:xfrm>
                <a:off x="290160" y="4120920"/>
                <a:ext cx="133560" cy="133560"/>
                <a:chOff x="290160" y="4120920"/>
                <a:chExt cx="133560" cy="133560"/>
              </a:xfrm>
            </p:grpSpPr>
            <p:sp>
              <p:nvSpPr>
                <p:cNvPr id="172" name="Google Shape;521;p13"/>
                <p:cNvSpPr/>
                <p:nvPr/>
              </p:nvSpPr>
              <p:spPr>
                <a:xfrm>
                  <a:off x="290160" y="4120920"/>
                  <a:ext cx="133560" cy="133560"/>
                </a:xfrm>
                <a:custGeom>
                  <a:avLst/>
                  <a:gdLst>
                    <a:gd name="textAreaLeft" fmla="*/ 0 w 133560"/>
                    <a:gd name="textAreaRight" fmla="*/ 133920 w 133560"/>
                    <a:gd name="textAreaTop" fmla="*/ 0 h 133560"/>
                    <a:gd name="textAreaBottom" fmla="*/ 133920 h 13356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3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00"/>
                </a:gradFill>
                <a:ln w="0">
                  <a:noFill/>
                </a:ln>
                <a:effectLst>
                  <a:outerShdw blurRad="42840" dist="9220" dir="2319588" algn="bl" rotWithShape="0">
                    <a:schemeClr val="lt2"/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6960" bIns="66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3" name="Google Shape;522;p13"/>
                <p:cNvSpPr/>
                <p:nvPr/>
              </p:nvSpPr>
              <p:spPr>
                <a:xfrm>
                  <a:off x="317160" y="4151520"/>
                  <a:ext cx="79920" cy="72720"/>
                </a:xfrm>
                <a:custGeom>
                  <a:avLst/>
                  <a:gdLst>
                    <a:gd name="textAreaLeft" fmla="*/ 0 w 79920"/>
                    <a:gd name="textAreaRight" fmla="*/ 80280 w 79920"/>
                    <a:gd name="textAreaTop" fmla="*/ 0 h 72720"/>
                    <a:gd name="textAreaBottom" fmla="*/ 73080 h 7272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3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00"/>
                </a:gradFill>
                <a:ln w="0">
                  <a:noFill/>
                </a:ln>
                <a:effectLst>
                  <a:outerShdw blurRad="42840" dist="9220" dir="2319588" algn="bl" rotWithShape="0">
                    <a:schemeClr val="lt2"/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6360" bIns="36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174" name="Google Shape;523;p13"/>
            <p:cNvGrpSpPr/>
            <p:nvPr/>
          </p:nvGrpSpPr>
          <p:grpSpPr>
            <a:xfrm>
              <a:off x="-132840" y="3610800"/>
              <a:ext cx="363960" cy="1786680"/>
              <a:chOff x="-132840" y="3610800"/>
              <a:chExt cx="363960" cy="1786680"/>
            </a:xfrm>
          </p:grpSpPr>
          <p:sp>
            <p:nvSpPr>
              <p:cNvPr id="175" name="Google Shape;524;p13"/>
              <p:cNvSpPr/>
              <p:nvPr/>
            </p:nvSpPr>
            <p:spPr>
              <a:xfrm rot="21519000">
                <a:off x="-35280" y="3691800"/>
                <a:ext cx="246600" cy="170280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702800"/>
                  <a:gd name="textAreaBottom" fmla="*/ 1703160 h 170280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176" name="Google Shape;525;p13"/>
              <p:cNvGrpSpPr/>
              <p:nvPr/>
            </p:nvGrpSpPr>
            <p:grpSpPr>
              <a:xfrm>
                <a:off x="-132840" y="3610800"/>
                <a:ext cx="181440" cy="181080"/>
                <a:chOff x="-132840" y="3610800"/>
                <a:chExt cx="181440" cy="181080"/>
              </a:xfrm>
            </p:grpSpPr>
            <p:sp>
              <p:nvSpPr>
                <p:cNvPr id="177" name="Google Shape;526;p13"/>
                <p:cNvSpPr/>
                <p:nvPr/>
              </p:nvSpPr>
              <p:spPr>
                <a:xfrm rot="12519000">
                  <a:off x="-108720" y="3634200"/>
                  <a:ext cx="133560" cy="133560"/>
                </a:xfrm>
                <a:custGeom>
                  <a:avLst/>
                  <a:gdLst>
                    <a:gd name="textAreaLeft" fmla="*/ 0 w 133560"/>
                    <a:gd name="textAreaRight" fmla="*/ 133920 w 133560"/>
                    <a:gd name="textAreaTop" fmla="*/ 0 h 133560"/>
                    <a:gd name="textAreaBottom" fmla="*/ 133920 h 13356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3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00"/>
                </a:gradFill>
                <a:ln w="0">
                  <a:noFill/>
                </a:ln>
                <a:effectLst>
                  <a:outerShdw blurRad="42840" dist="9220" dir="2319588" algn="bl" rotWithShape="0">
                    <a:schemeClr val="lt2"/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6960" bIns="66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8" name="Google Shape;527;p13"/>
                <p:cNvSpPr/>
                <p:nvPr/>
              </p:nvSpPr>
              <p:spPr>
                <a:xfrm rot="12519000">
                  <a:off x="-81720" y="3664440"/>
                  <a:ext cx="79920" cy="72720"/>
                </a:xfrm>
                <a:custGeom>
                  <a:avLst/>
                  <a:gdLst>
                    <a:gd name="textAreaLeft" fmla="*/ 0 w 79920"/>
                    <a:gd name="textAreaRight" fmla="*/ 80280 w 79920"/>
                    <a:gd name="textAreaTop" fmla="*/ 0 h 72720"/>
                    <a:gd name="textAreaBottom" fmla="*/ 73080 h 7272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3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00"/>
                </a:gradFill>
                <a:ln w="0">
                  <a:noFill/>
                </a:ln>
                <a:effectLst>
                  <a:outerShdw blurRad="42840" dist="9220" dir="2319588" algn="bl" rotWithShape="0">
                    <a:schemeClr val="lt2"/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6360" bIns="36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179" name="Google Shape;528;p13"/>
            <p:cNvGrpSpPr/>
            <p:nvPr/>
          </p:nvGrpSpPr>
          <p:grpSpPr>
            <a:xfrm>
              <a:off x="171720" y="4422600"/>
              <a:ext cx="1116720" cy="1597680"/>
              <a:chOff x="171720" y="4422600"/>
              <a:chExt cx="1116720" cy="1597680"/>
            </a:xfrm>
          </p:grpSpPr>
          <p:sp>
            <p:nvSpPr>
              <p:cNvPr id="180" name="Google Shape;529;p13"/>
              <p:cNvSpPr/>
              <p:nvPr/>
            </p:nvSpPr>
            <p:spPr>
              <a:xfrm rot="19800000">
                <a:off x="632520" y="4369680"/>
                <a:ext cx="246600" cy="170280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702800"/>
                  <a:gd name="textAreaBottom" fmla="*/ 1703160 h 170280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181" name="Google Shape;530;p13"/>
              <p:cNvGrpSpPr/>
              <p:nvPr/>
            </p:nvGrpSpPr>
            <p:grpSpPr>
              <a:xfrm>
                <a:off x="171720" y="4478040"/>
                <a:ext cx="133560" cy="133560"/>
                <a:chOff x="171720" y="4478040"/>
                <a:chExt cx="133560" cy="133560"/>
              </a:xfrm>
            </p:grpSpPr>
            <p:sp>
              <p:nvSpPr>
                <p:cNvPr id="182" name="Google Shape;531;p13"/>
                <p:cNvSpPr/>
                <p:nvPr/>
              </p:nvSpPr>
              <p:spPr>
                <a:xfrm rot="10800000">
                  <a:off x="171720" y="4478040"/>
                  <a:ext cx="133560" cy="133560"/>
                </a:xfrm>
                <a:custGeom>
                  <a:avLst/>
                  <a:gdLst>
                    <a:gd name="textAreaLeft" fmla="*/ 0 w 133560"/>
                    <a:gd name="textAreaRight" fmla="*/ 133920 w 133560"/>
                    <a:gd name="textAreaTop" fmla="*/ 0 h 133560"/>
                    <a:gd name="textAreaBottom" fmla="*/ 133920 h 13356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3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00"/>
                </a:gradFill>
                <a:ln w="0">
                  <a:noFill/>
                </a:ln>
                <a:effectLst>
                  <a:outerShdw blurRad="42840" dist="9220" dir="2319588" algn="bl" rotWithShape="0">
                    <a:schemeClr val="lt2"/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6960" bIns="66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3" name="Google Shape;532;p13"/>
                <p:cNvSpPr/>
                <p:nvPr/>
              </p:nvSpPr>
              <p:spPr>
                <a:xfrm rot="10800000">
                  <a:off x="198360" y="4508280"/>
                  <a:ext cx="79920" cy="72720"/>
                </a:xfrm>
                <a:custGeom>
                  <a:avLst/>
                  <a:gdLst>
                    <a:gd name="textAreaLeft" fmla="*/ 0 w 79920"/>
                    <a:gd name="textAreaRight" fmla="*/ 80280 w 79920"/>
                    <a:gd name="textAreaTop" fmla="*/ 0 h 72720"/>
                    <a:gd name="textAreaBottom" fmla="*/ 73080 h 7272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3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00"/>
                </a:gradFill>
                <a:ln w="0">
                  <a:noFill/>
                </a:ln>
                <a:effectLst>
                  <a:outerShdw blurRad="42840" dist="9220" dir="2319588" algn="bl" rotWithShape="0">
                    <a:schemeClr val="lt2"/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6360" bIns="36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grpSp>
        <p:nvGrpSpPr>
          <p:cNvPr id="184" name="Google Shape;533;p13"/>
          <p:cNvGrpSpPr/>
          <p:nvPr/>
        </p:nvGrpSpPr>
        <p:grpSpPr>
          <a:xfrm>
            <a:off x="6471000" y="-1724760"/>
            <a:ext cx="4026960" cy="4161240"/>
            <a:chOff x="6471000" y="-1724760"/>
            <a:chExt cx="4026960" cy="4161240"/>
          </a:xfrm>
        </p:grpSpPr>
        <p:grpSp>
          <p:nvGrpSpPr>
            <p:cNvPr id="185" name="Google Shape;534;p13"/>
            <p:cNvGrpSpPr/>
            <p:nvPr/>
          </p:nvGrpSpPr>
          <p:grpSpPr>
            <a:xfrm>
              <a:off x="6576120" y="-1724760"/>
              <a:ext cx="3921840" cy="4161240"/>
              <a:chOff x="6576120" y="-1724760"/>
              <a:chExt cx="3921840" cy="4161240"/>
            </a:xfrm>
          </p:grpSpPr>
          <p:sp>
            <p:nvSpPr>
              <p:cNvPr id="186" name="Google Shape;535;p13"/>
              <p:cNvSpPr/>
              <p:nvPr/>
            </p:nvSpPr>
            <p:spPr>
              <a:xfrm rot="8100000" flipV="1">
                <a:off x="7268040" y="-1267920"/>
                <a:ext cx="2538000" cy="3008520"/>
              </a:xfrm>
              <a:custGeom>
                <a:avLst/>
                <a:gdLst>
                  <a:gd name="textAreaLeft" fmla="*/ 0 w 2538000"/>
                  <a:gd name="textAreaRight" fmla="*/ 2538360 w 2538000"/>
                  <a:gd name="textAreaTop" fmla="*/ -360 h 3008520"/>
                  <a:gd name="textAreaBottom" fmla="*/ 3008520 h 3008520"/>
                </a:gdLst>
                <a:ahLst/>
                <a:cxnLst/>
                <a:rect l="textAreaLeft" t="textAreaTop" r="textAreaRight" b="textAreaBottom"/>
                <a:pathLst>
                  <a:path w="97678" h="115794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7" name="Google Shape;536;p13"/>
              <p:cNvSpPr/>
              <p:nvPr/>
            </p:nvSpPr>
            <p:spPr>
              <a:xfrm rot="8100000" flipV="1">
                <a:off x="7034760" y="-934200"/>
                <a:ext cx="1852560" cy="1936800"/>
              </a:xfrm>
              <a:custGeom>
                <a:avLst/>
                <a:gdLst>
                  <a:gd name="textAreaLeft" fmla="*/ 0 w 1852560"/>
                  <a:gd name="textAreaRight" fmla="*/ 1852920 w 1852560"/>
                  <a:gd name="textAreaTop" fmla="*/ 360 h 1936800"/>
                  <a:gd name="textAreaBottom" fmla="*/ 1937520 h 1936800"/>
                </a:gdLst>
                <a:ahLst/>
                <a:cxnLst/>
                <a:rect l="textAreaLeft" t="textAreaTop" r="textAreaRight" b="textAreaBottom"/>
                <a:pathLst>
                  <a:path w="71320" h="7455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8" name="Google Shape;537;p13"/>
              <p:cNvSpPr/>
              <p:nvPr/>
            </p:nvSpPr>
            <p:spPr>
              <a:xfrm rot="8100000" flipV="1">
                <a:off x="7483680" y="-1037520"/>
                <a:ext cx="1997640" cy="3242880"/>
              </a:xfrm>
              <a:custGeom>
                <a:avLst/>
                <a:gdLst>
                  <a:gd name="textAreaLeft" fmla="*/ 0 w 1997640"/>
                  <a:gd name="textAreaRight" fmla="*/ 1998000 w 1997640"/>
                  <a:gd name="textAreaTop" fmla="*/ 360 h 3242880"/>
                  <a:gd name="textAreaBottom" fmla="*/ 3243600 h 3242880"/>
                </a:gdLst>
                <a:ahLst/>
                <a:cxnLst/>
                <a:rect l="textAreaLeft" t="textAreaTop" r="textAreaRight" b="textAreaBottom"/>
                <a:pathLst>
                  <a:path w="76882" h="124813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89" name="Google Shape;538;p13"/>
            <p:cNvSpPr/>
            <p:nvPr/>
          </p:nvSpPr>
          <p:spPr>
            <a:xfrm>
              <a:off x="6471000" y="-76320"/>
              <a:ext cx="283680" cy="245520"/>
            </a:xfrm>
            <a:custGeom>
              <a:avLst/>
              <a:gdLst>
                <a:gd name="textAreaLeft" fmla="*/ 0 w 283680"/>
                <a:gd name="textAreaRight" fmla="*/ 284040 w 283680"/>
                <a:gd name="textAreaTop" fmla="*/ 0 h 245520"/>
                <a:gd name="textAreaBottom" fmla="*/ 245880 h 245520"/>
              </a:gdLst>
              <a:ahLst/>
              <a:cxnLst/>
              <a:rect l="textAreaLeft" t="textAreaTop" r="textAreaRight" b="textAreaBottom"/>
              <a:pathLst>
                <a:path w="51285" h="44413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>
                    <a:alpha val="2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" name="Google Shape;539;p13"/>
            <p:cNvSpPr/>
            <p:nvPr/>
          </p:nvSpPr>
          <p:spPr>
            <a:xfrm>
              <a:off x="6703920" y="-125280"/>
              <a:ext cx="570240" cy="493560"/>
            </a:xfrm>
            <a:custGeom>
              <a:avLst/>
              <a:gdLst>
                <a:gd name="textAreaLeft" fmla="*/ 0 w 570240"/>
                <a:gd name="textAreaRight" fmla="*/ 570600 w 570240"/>
                <a:gd name="textAreaTop" fmla="*/ 0 h 493560"/>
                <a:gd name="textAreaBottom" fmla="*/ 493920 h 493560"/>
              </a:gdLst>
              <a:ahLst/>
              <a:cxnLst/>
              <a:rect l="textAreaLeft" t="textAreaTop" r="textAreaRight" b="textAreaBottom"/>
              <a:pathLst>
                <a:path w="51285" h="44413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 rotWithShape="0"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000"/>
                  </a:srgbClr>
                </a:gs>
              </a:gsLst>
              <a:lin ang="27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91" name="Google Shape;540;p13"/>
          <p:cNvGrpSpPr/>
          <p:nvPr/>
        </p:nvGrpSpPr>
        <p:grpSpPr>
          <a:xfrm>
            <a:off x="783360" y="-601200"/>
            <a:ext cx="993960" cy="1794960"/>
            <a:chOff x="783360" y="-601200"/>
            <a:chExt cx="993960" cy="1794960"/>
          </a:xfrm>
        </p:grpSpPr>
        <p:sp>
          <p:nvSpPr>
            <p:cNvPr id="192" name="Google Shape;541;p13"/>
            <p:cNvSpPr/>
            <p:nvPr/>
          </p:nvSpPr>
          <p:spPr>
            <a:xfrm>
              <a:off x="1643400" y="229320"/>
              <a:ext cx="133920" cy="133920"/>
            </a:xfrm>
            <a:prstGeom prst="ellipse">
              <a:avLst/>
            </a:prstGeom>
            <a:noFill/>
            <a:ln w="9525">
              <a:solidFill>
                <a:srgbClr val="0C0A9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520" bIns="47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193" name="Google Shape;542;p13"/>
            <p:cNvCxnSpPr/>
            <p:nvPr/>
          </p:nvCxnSpPr>
          <p:spPr>
            <a:xfrm flipV="1">
              <a:off x="783360" y="-601200"/>
              <a:ext cx="360" cy="1795320"/>
            </a:xfrm>
            <a:prstGeom prst="straightConnector1">
              <a:avLst/>
            </a:prstGeom>
            <a:ln w="9525">
              <a:solidFill>
                <a:srgbClr val="0C0A9E"/>
              </a:solidFill>
              <a:round/>
            </a:ln>
          </p:spPr>
        </p:cxnSp>
        <p:sp>
          <p:nvSpPr>
            <p:cNvPr id="194" name="Google Shape;543;p13"/>
            <p:cNvSpPr/>
            <p:nvPr/>
          </p:nvSpPr>
          <p:spPr>
            <a:xfrm>
              <a:off x="1673640" y="259200"/>
              <a:ext cx="73440" cy="734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713160" y="3349080"/>
            <a:ext cx="6690960" cy="531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319" name="Google Shape;673;p17"/>
          <p:cNvGrpSpPr/>
          <p:nvPr/>
        </p:nvGrpSpPr>
        <p:grpSpPr>
          <a:xfrm>
            <a:off x="-2176560" y="-112320"/>
            <a:ext cx="4680000" cy="5934600"/>
            <a:chOff x="-2176560" y="-112320"/>
            <a:chExt cx="4680000" cy="5934600"/>
          </a:xfrm>
        </p:grpSpPr>
        <p:grpSp>
          <p:nvGrpSpPr>
            <p:cNvPr id="320" name="Google Shape;674;p17"/>
            <p:cNvGrpSpPr/>
            <p:nvPr/>
          </p:nvGrpSpPr>
          <p:grpSpPr>
            <a:xfrm>
              <a:off x="-2176560" y="-112320"/>
              <a:ext cx="4680000" cy="5934600"/>
              <a:chOff x="-2176560" y="-112320"/>
              <a:chExt cx="4680000" cy="5934600"/>
            </a:xfrm>
          </p:grpSpPr>
          <p:sp>
            <p:nvSpPr>
              <p:cNvPr id="321" name="Google Shape;675;p17"/>
              <p:cNvSpPr/>
              <p:nvPr/>
            </p:nvSpPr>
            <p:spPr>
              <a:xfrm rot="18900000">
                <a:off x="-1523880" y="2178360"/>
                <a:ext cx="2925000" cy="3057480"/>
              </a:xfrm>
              <a:custGeom>
                <a:avLst/>
                <a:gdLst>
                  <a:gd name="textAreaLeft" fmla="*/ 0 w 2925000"/>
                  <a:gd name="textAreaRight" fmla="*/ 2925360 w 2925000"/>
                  <a:gd name="textAreaTop" fmla="*/ 0 h 3057480"/>
                  <a:gd name="textAreaBottom" fmla="*/ 3057840 h 3057480"/>
                </a:gdLst>
                <a:ahLst/>
                <a:cxnLst/>
                <a:rect l="textAreaLeft" t="textAreaTop" r="textAreaRight" b="textAreaBottom"/>
                <a:pathLst>
                  <a:path w="71320" h="7455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322" name="Google Shape;676;p17"/>
              <p:cNvGrpSpPr/>
              <p:nvPr/>
            </p:nvGrpSpPr>
            <p:grpSpPr>
              <a:xfrm>
                <a:off x="214200" y="4320360"/>
                <a:ext cx="174600" cy="822960"/>
                <a:chOff x="214200" y="4320360"/>
                <a:chExt cx="174600" cy="822960"/>
              </a:xfrm>
            </p:grpSpPr>
            <p:sp>
              <p:nvSpPr>
                <p:cNvPr id="323" name="Google Shape;677;p17"/>
                <p:cNvSpPr/>
                <p:nvPr/>
              </p:nvSpPr>
              <p:spPr>
                <a:xfrm rot="18900000">
                  <a:off x="239400" y="4994640"/>
                  <a:ext cx="123120" cy="123120"/>
                </a:xfrm>
                <a:custGeom>
                  <a:avLst/>
                  <a:gdLst>
                    <a:gd name="textAreaLeft" fmla="*/ 0 w 123120"/>
                    <a:gd name="textAreaRight" fmla="*/ 123480 w 123120"/>
                    <a:gd name="textAreaTop" fmla="*/ 0 h 123120"/>
                    <a:gd name="textAreaBottom" fmla="*/ 123480 h 123120"/>
                  </a:gdLst>
                  <a:ahLst/>
                  <a:cxnLst/>
                  <a:rect l="textAreaLeft" t="textAreaTop" r="textAreaRight" b="textAreaBottom"/>
                  <a:pathLst>
                    <a:path w="4938" h="4937">
                      <a:moveTo>
                        <a:pt x="1403" y="0"/>
                      </a:moveTo>
                      <a:lnTo>
                        <a:pt x="1" y="1402"/>
                      </a:lnTo>
                      <a:lnTo>
                        <a:pt x="3536" y="4937"/>
                      </a:lnTo>
                      <a:lnTo>
                        <a:pt x="4937" y="3535"/>
                      </a:lnTo>
                      <a:lnTo>
                        <a:pt x="140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37000"/>
                      </a:srgbClr>
                    </a:gs>
                    <a:gs pos="100000">
                      <a:srgbClr val="FFFFFF">
                        <a:alpha val="3700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1560" bIns="61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4" name="Google Shape;678;p17"/>
                <p:cNvSpPr/>
                <p:nvPr/>
              </p:nvSpPr>
              <p:spPr>
                <a:xfrm rot="18900000">
                  <a:off x="239760" y="4886280"/>
                  <a:ext cx="123120" cy="123480"/>
                </a:xfrm>
                <a:custGeom>
                  <a:avLst/>
                  <a:gdLst>
                    <a:gd name="textAreaLeft" fmla="*/ 0 w 123120"/>
                    <a:gd name="textAreaRight" fmla="*/ 123480 w 123120"/>
                    <a:gd name="textAreaTop" fmla="*/ 0 h 123480"/>
                    <a:gd name="textAreaBottom" fmla="*/ 123840 h 123480"/>
                  </a:gdLst>
                  <a:ahLst/>
                  <a:cxnLst/>
                  <a:rect l="textAreaLeft" t="textAreaTop" r="textAreaRight" b="textAreaBottom"/>
                  <a:pathLst>
                    <a:path w="4937" h="4953">
                      <a:moveTo>
                        <a:pt x="1402" y="1"/>
                      </a:moveTo>
                      <a:lnTo>
                        <a:pt x="0" y="1403"/>
                      </a:lnTo>
                      <a:lnTo>
                        <a:pt x="3535" y="4952"/>
                      </a:lnTo>
                      <a:lnTo>
                        <a:pt x="4937" y="3551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37000"/>
                      </a:srgbClr>
                    </a:gs>
                    <a:gs pos="100000">
                      <a:srgbClr val="FFFFFF">
                        <a:alpha val="3700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1920" bIns="61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5" name="Google Shape;679;p17"/>
                <p:cNvSpPr/>
                <p:nvPr/>
              </p:nvSpPr>
              <p:spPr>
                <a:xfrm rot="18900000">
                  <a:off x="239400" y="4778280"/>
                  <a:ext cx="123480" cy="123120"/>
                </a:xfrm>
                <a:custGeom>
                  <a:avLst/>
                  <a:gdLst>
                    <a:gd name="textAreaLeft" fmla="*/ 0 w 123480"/>
                    <a:gd name="textAreaRight" fmla="*/ 123840 w 123480"/>
                    <a:gd name="textAreaTop" fmla="*/ 0 h 123120"/>
                    <a:gd name="textAreaBottom" fmla="*/ 123480 h 123120"/>
                  </a:gdLst>
                  <a:ahLst/>
                  <a:cxnLst/>
                  <a:rect l="textAreaLeft" t="textAreaTop" r="textAreaRight" b="textAreaBottom"/>
                  <a:pathLst>
                    <a:path w="4953" h="4938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37000"/>
                      </a:srgbClr>
                    </a:gs>
                    <a:gs pos="100000">
                      <a:srgbClr val="FFFFFF">
                        <a:alpha val="3700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1560" bIns="61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6" name="Google Shape;680;p17"/>
                <p:cNvSpPr/>
                <p:nvPr/>
              </p:nvSpPr>
              <p:spPr>
                <a:xfrm rot="18900000">
                  <a:off x="239400" y="4670280"/>
                  <a:ext cx="123480" cy="123120"/>
                </a:xfrm>
                <a:custGeom>
                  <a:avLst/>
                  <a:gdLst>
                    <a:gd name="textAreaLeft" fmla="*/ 0 w 123480"/>
                    <a:gd name="textAreaRight" fmla="*/ 123840 w 123480"/>
                    <a:gd name="textAreaTop" fmla="*/ 0 h 123120"/>
                    <a:gd name="textAreaBottom" fmla="*/ 123480 h 123120"/>
                  </a:gdLst>
                  <a:ahLst/>
                  <a:cxnLst/>
                  <a:rect l="textAreaLeft" t="textAreaTop" r="textAreaRight" b="textAreaBottom"/>
                  <a:pathLst>
                    <a:path w="4953" h="4937">
                      <a:moveTo>
                        <a:pt x="1402" y="0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50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37000"/>
                      </a:srgbClr>
                    </a:gs>
                    <a:gs pos="100000">
                      <a:srgbClr val="FFFFFF">
                        <a:alpha val="3700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1560" bIns="61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7" name="Google Shape;681;p17"/>
                <p:cNvSpPr/>
                <p:nvPr/>
              </p:nvSpPr>
              <p:spPr>
                <a:xfrm rot="18900000">
                  <a:off x="239760" y="4562280"/>
                  <a:ext cx="123120" cy="123120"/>
                </a:xfrm>
                <a:custGeom>
                  <a:avLst/>
                  <a:gdLst>
                    <a:gd name="textAreaLeft" fmla="*/ 0 w 123120"/>
                    <a:gd name="textAreaRight" fmla="*/ 123480 w 123120"/>
                    <a:gd name="textAreaTop" fmla="*/ 0 h 123120"/>
                    <a:gd name="textAreaBottom" fmla="*/ 123480 h 123120"/>
                  </a:gdLst>
                  <a:ahLst/>
                  <a:cxnLst/>
                  <a:rect l="textAreaLeft" t="textAreaTop" r="textAreaRight" b="textAreaBottom"/>
                  <a:pathLst>
                    <a:path w="4937" h="4937">
                      <a:moveTo>
                        <a:pt x="1402" y="0"/>
                      </a:moveTo>
                      <a:lnTo>
                        <a:pt x="0" y="1386"/>
                      </a:lnTo>
                      <a:lnTo>
                        <a:pt x="3535" y="4936"/>
                      </a:lnTo>
                      <a:lnTo>
                        <a:pt x="4937" y="3535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37000"/>
                      </a:srgbClr>
                    </a:gs>
                    <a:gs pos="100000">
                      <a:srgbClr val="FFFFFF">
                        <a:alpha val="3700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1560" bIns="61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8" name="Google Shape;682;p17"/>
                <p:cNvSpPr/>
                <p:nvPr/>
              </p:nvSpPr>
              <p:spPr>
                <a:xfrm rot="18900000">
                  <a:off x="239400" y="4454280"/>
                  <a:ext cx="123120" cy="123120"/>
                </a:xfrm>
                <a:custGeom>
                  <a:avLst/>
                  <a:gdLst>
                    <a:gd name="textAreaLeft" fmla="*/ 0 w 123120"/>
                    <a:gd name="textAreaRight" fmla="*/ 123480 w 123120"/>
                    <a:gd name="textAreaTop" fmla="*/ 0 h 123120"/>
                    <a:gd name="textAreaBottom" fmla="*/ 123480 h 123120"/>
                  </a:gdLst>
                  <a:ahLst/>
                  <a:cxnLst/>
                  <a:rect l="textAreaLeft" t="textAreaTop" r="textAreaRight" b="textAreaBottom"/>
                  <a:pathLst>
                    <a:path w="4938" h="4938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35" y="4937"/>
                      </a:lnTo>
                      <a:lnTo>
                        <a:pt x="4937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37000"/>
                      </a:srgbClr>
                    </a:gs>
                    <a:gs pos="100000">
                      <a:srgbClr val="FFFFFF">
                        <a:alpha val="3700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1560" bIns="61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9" name="Google Shape;683;p17"/>
                <p:cNvSpPr/>
                <p:nvPr/>
              </p:nvSpPr>
              <p:spPr>
                <a:xfrm rot="18900000">
                  <a:off x="239760" y="4345560"/>
                  <a:ext cx="123120" cy="123480"/>
                </a:xfrm>
                <a:custGeom>
                  <a:avLst/>
                  <a:gdLst>
                    <a:gd name="textAreaLeft" fmla="*/ 0 w 123120"/>
                    <a:gd name="textAreaRight" fmla="*/ 123480 w 123120"/>
                    <a:gd name="textAreaTop" fmla="*/ 0 h 123480"/>
                    <a:gd name="textAreaBottom" fmla="*/ 123840 h 123480"/>
                  </a:gdLst>
                  <a:ahLst/>
                  <a:cxnLst/>
                  <a:rect l="textAreaLeft" t="textAreaTop" r="textAreaRight" b="textAreaBottom"/>
                  <a:pathLst>
                    <a:path w="4937" h="4953">
                      <a:moveTo>
                        <a:pt x="1387" y="1"/>
                      </a:moveTo>
                      <a:lnTo>
                        <a:pt x="0" y="1403"/>
                      </a:lnTo>
                      <a:lnTo>
                        <a:pt x="3535" y="4953"/>
                      </a:lnTo>
                      <a:lnTo>
                        <a:pt x="4936" y="3551"/>
                      </a:lnTo>
                      <a:lnTo>
                        <a:pt x="1387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37000"/>
                      </a:srgbClr>
                    </a:gs>
                    <a:gs pos="100000">
                      <a:srgbClr val="FFFFFF">
                        <a:alpha val="3700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1920" bIns="61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30" name="Google Shape;684;p17"/>
              <p:cNvGrpSpPr/>
              <p:nvPr/>
            </p:nvGrpSpPr>
            <p:grpSpPr>
              <a:xfrm>
                <a:off x="20520" y="2584080"/>
                <a:ext cx="174600" cy="823320"/>
                <a:chOff x="20520" y="2584080"/>
                <a:chExt cx="174600" cy="823320"/>
              </a:xfrm>
            </p:grpSpPr>
            <p:sp>
              <p:nvSpPr>
                <p:cNvPr id="331" name="Google Shape;685;p17"/>
                <p:cNvSpPr/>
                <p:nvPr/>
              </p:nvSpPr>
              <p:spPr>
                <a:xfrm rot="18900000">
                  <a:off x="45720" y="3258720"/>
                  <a:ext cx="123120" cy="123120"/>
                </a:xfrm>
                <a:custGeom>
                  <a:avLst/>
                  <a:gdLst>
                    <a:gd name="textAreaLeft" fmla="*/ 0 w 123120"/>
                    <a:gd name="textAreaRight" fmla="*/ 123480 w 123120"/>
                    <a:gd name="textAreaTop" fmla="*/ 0 h 123120"/>
                    <a:gd name="textAreaBottom" fmla="*/ 123480 h 123120"/>
                  </a:gdLst>
                  <a:ahLst/>
                  <a:cxnLst/>
                  <a:rect l="textAreaLeft" t="textAreaTop" r="textAreaRight" b="textAreaBottom"/>
                  <a:pathLst>
                    <a:path w="4938" h="4937">
                      <a:moveTo>
                        <a:pt x="1403" y="0"/>
                      </a:moveTo>
                      <a:lnTo>
                        <a:pt x="1" y="1402"/>
                      </a:lnTo>
                      <a:lnTo>
                        <a:pt x="3536" y="4937"/>
                      </a:lnTo>
                      <a:lnTo>
                        <a:pt x="4937" y="3535"/>
                      </a:lnTo>
                      <a:lnTo>
                        <a:pt x="140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37000"/>
                      </a:srgbClr>
                    </a:gs>
                    <a:gs pos="78000">
                      <a:srgbClr val="F5F8FF">
                        <a:alpha val="37000"/>
                      </a:srgbClr>
                    </a:gs>
                    <a:gs pos="100000">
                      <a:srgbClr val="F5F8FF">
                        <a:alpha val="3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1560" bIns="61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2" name="Google Shape;686;p17"/>
                <p:cNvSpPr/>
                <p:nvPr/>
              </p:nvSpPr>
              <p:spPr>
                <a:xfrm rot="18900000">
                  <a:off x="46080" y="3150360"/>
                  <a:ext cx="123120" cy="123480"/>
                </a:xfrm>
                <a:custGeom>
                  <a:avLst/>
                  <a:gdLst>
                    <a:gd name="textAreaLeft" fmla="*/ 0 w 123120"/>
                    <a:gd name="textAreaRight" fmla="*/ 123480 w 123120"/>
                    <a:gd name="textAreaTop" fmla="*/ 0 h 123480"/>
                    <a:gd name="textAreaBottom" fmla="*/ 123840 h 123480"/>
                  </a:gdLst>
                  <a:ahLst/>
                  <a:cxnLst/>
                  <a:rect l="textAreaLeft" t="textAreaTop" r="textAreaRight" b="textAreaBottom"/>
                  <a:pathLst>
                    <a:path w="4937" h="4953">
                      <a:moveTo>
                        <a:pt x="1402" y="1"/>
                      </a:moveTo>
                      <a:lnTo>
                        <a:pt x="0" y="1403"/>
                      </a:lnTo>
                      <a:lnTo>
                        <a:pt x="3535" y="4952"/>
                      </a:lnTo>
                      <a:lnTo>
                        <a:pt x="4937" y="3551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37000"/>
                      </a:srgbClr>
                    </a:gs>
                    <a:gs pos="78000">
                      <a:srgbClr val="F5F8FF">
                        <a:alpha val="37000"/>
                      </a:srgbClr>
                    </a:gs>
                    <a:gs pos="100000">
                      <a:srgbClr val="F5F8FF">
                        <a:alpha val="3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1920" bIns="61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3" name="Google Shape;687;p17"/>
                <p:cNvSpPr/>
                <p:nvPr/>
              </p:nvSpPr>
              <p:spPr>
                <a:xfrm rot="18900000">
                  <a:off x="45720" y="3042360"/>
                  <a:ext cx="123480" cy="123120"/>
                </a:xfrm>
                <a:custGeom>
                  <a:avLst/>
                  <a:gdLst>
                    <a:gd name="textAreaLeft" fmla="*/ 0 w 123480"/>
                    <a:gd name="textAreaRight" fmla="*/ 123840 w 123480"/>
                    <a:gd name="textAreaTop" fmla="*/ 0 h 123120"/>
                    <a:gd name="textAreaBottom" fmla="*/ 123480 h 123120"/>
                  </a:gdLst>
                  <a:ahLst/>
                  <a:cxnLst/>
                  <a:rect l="textAreaLeft" t="textAreaTop" r="textAreaRight" b="textAreaBottom"/>
                  <a:pathLst>
                    <a:path w="4953" h="4938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37000"/>
                      </a:srgbClr>
                    </a:gs>
                    <a:gs pos="78000">
                      <a:srgbClr val="F5F8FF">
                        <a:alpha val="37000"/>
                      </a:srgbClr>
                    </a:gs>
                    <a:gs pos="100000">
                      <a:srgbClr val="F5F8FF">
                        <a:alpha val="3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1560" bIns="61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4" name="Google Shape;688;p17"/>
                <p:cNvSpPr/>
                <p:nvPr/>
              </p:nvSpPr>
              <p:spPr>
                <a:xfrm rot="18900000">
                  <a:off x="45720" y="2934360"/>
                  <a:ext cx="123480" cy="123120"/>
                </a:xfrm>
                <a:custGeom>
                  <a:avLst/>
                  <a:gdLst>
                    <a:gd name="textAreaLeft" fmla="*/ 0 w 123480"/>
                    <a:gd name="textAreaRight" fmla="*/ 123840 w 123480"/>
                    <a:gd name="textAreaTop" fmla="*/ 0 h 123120"/>
                    <a:gd name="textAreaBottom" fmla="*/ 123480 h 123120"/>
                  </a:gdLst>
                  <a:ahLst/>
                  <a:cxnLst/>
                  <a:rect l="textAreaLeft" t="textAreaTop" r="textAreaRight" b="textAreaBottom"/>
                  <a:pathLst>
                    <a:path w="4953" h="4937">
                      <a:moveTo>
                        <a:pt x="1402" y="0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50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37000"/>
                      </a:srgbClr>
                    </a:gs>
                    <a:gs pos="78000">
                      <a:srgbClr val="F5F8FF">
                        <a:alpha val="37000"/>
                      </a:srgbClr>
                    </a:gs>
                    <a:gs pos="100000">
                      <a:srgbClr val="F5F8FF">
                        <a:alpha val="3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1560" bIns="61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5" name="Google Shape;689;p17"/>
                <p:cNvSpPr/>
                <p:nvPr/>
              </p:nvSpPr>
              <p:spPr>
                <a:xfrm rot="18900000">
                  <a:off x="46080" y="2826360"/>
                  <a:ext cx="123120" cy="123120"/>
                </a:xfrm>
                <a:custGeom>
                  <a:avLst/>
                  <a:gdLst>
                    <a:gd name="textAreaLeft" fmla="*/ 0 w 123120"/>
                    <a:gd name="textAreaRight" fmla="*/ 123480 w 123120"/>
                    <a:gd name="textAreaTop" fmla="*/ 0 h 123120"/>
                    <a:gd name="textAreaBottom" fmla="*/ 123480 h 123120"/>
                  </a:gdLst>
                  <a:ahLst/>
                  <a:cxnLst/>
                  <a:rect l="textAreaLeft" t="textAreaTop" r="textAreaRight" b="textAreaBottom"/>
                  <a:pathLst>
                    <a:path w="4937" h="4937">
                      <a:moveTo>
                        <a:pt x="1402" y="0"/>
                      </a:moveTo>
                      <a:lnTo>
                        <a:pt x="0" y="1386"/>
                      </a:lnTo>
                      <a:lnTo>
                        <a:pt x="3535" y="4936"/>
                      </a:lnTo>
                      <a:lnTo>
                        <a:pt x="4937" y="3535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37000"/>
                      </a:srgbClr>
                    </a:gs>
                    <a:gs pos="78000">
                      <a:srgbClr val="F5F8FF">
                        <a:alpha val="37000"/>
                      </a:srgbClr>
                    </a:gs>
                    <a:gs pos="100000">
                      <a:srgbClr val="F5F8FF">
                        <a:alpha val="3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1560" bIns="61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6" name="Google Shape;690;p17"/>
                <p:cNvSpPr/>
                <p:nvPr/>
              </p:nvSpPr>
              <p:spPr>
                <a:xfrm rot="18900000">
                  <a:off x="45720" y="2718360"/>
                  <a:ext cx="123120" cy="123120"/>
                </a:xfrm>
                <a:custGeom>
                  <a:avLst/>
                  <a:gdLst>
                    <a:gd name="textAreaLeft" fmla="*/ 0 w 123120"/>
                    <a:gd name="textAreaRight" fmla="*/ 123480 w 123120"/>
                    <a:gd name="textAreaTop" fmla="*/ 0 h 123120"/>
                    <a:gd name="textAreaBottom" fmla="*/ 123480 h 123120"/>
                  </a:gdLst>
                  <a:ahLst/>
                  <a:cxnLst/>
                  <a:rect l="textAreaLeft" t="textAreaTop" r="textAreaRight" b="textAreaBottom"/>
                  <a:pathLst>
                    <a:path w="4938" h="4938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35" y="4937"/>
                      </a:lnTo>
                      <a:lnTo>
                        <a:pt x="4937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37000"/>
                      </a:srgbClr>
                    </a:gs>
                    <a:gs pos="78000">
                      <a:srgbClr val="F5F8FF">
                        <a:alpha val="37000"/>
                      </a:srgbClr>
                    </a:gs>
                    <a:gs pos="100000">
                      <a:srgbClr val="F5F8FF">
                        <a:alpha val="3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1560" bIns="61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7" name="Google Shape;691;p17"/>
                <p:cNvSpPr/>
                <p:nvPr/>
              </p:nvSpPr>
              <p:spPr>
                <a:xfrm rot="18900000">
                  <a:off x="46080" y="2609280"/>
                  <a:ext cx="123120" cy="123480"/>
                </a:xfrm>
                <a:custGeom>
                  <a:avLst/>
                  <a:gdLst>
                    <a:gd name="textAreaLeft" fmla="*/ 0 w 123120"/>
                    <a:gd name="textAreaRight" fmla="*/ 123480 w 123120"/>
                    <a:gd name="textAreaTop" fmla="*/ 0 h 123480"/>
                    <a:gd name="textAreaBottom" fmla="*/ 123840 h 123480"/>
                  </a:gdLst>
                  <a:ahLst/>
                  <a:cxnLst/>
                  <a:rect l="textAreaLeft" t="textAreaTop" r="textAreaRight" b="textAreaBottom"/>
                  <a:pathLst>
                    <a:path w="4937" h="4953">
                      <a:moveTo>
                        <a:pt x="1387" y="1"/>
                      </a:moveTo>
                      <a:lnTo>
                        <a:pt x="0" y="1403"/>
                      </a:lnTo>
                      <a:lnTo>
                        <a:pt x="3535" y="4953"/>
                      </a:lnTo>
                      <a:lnTo>
                        <a:pt x="4936" y="3551"/>
                      </a:lnTo>
                      <a:lnTo>
                        <a:pt x="1387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37000"/>
                      </a:srgbClr>
                    </a:gs>
                    <a:gs pos="78000">
                      <a:srgbClr val="F5F8FF">
                        <a:alpha val="37000"/>
                      </a:srgbClr>
                    </a:gs>
                    <a:gs pos="100000">
                      <a:srgbClr val="F5F8FF">
                        <a:alpha val="3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1920" bIns="61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sp>
            <p:nvSpPr>
              <p:cNvPr id="338" name="Google Shape;692;p17"/>
              <p:cNvSpPr/>
              <p:nvPr/>
            </p:nvSpPr>
            <p:spPr>
              <a:xfrm rot="2700000" flipH="1">
                <a:off x="-1073880" y="473760"/>
                <a:ext cx="2925000" cy="3057480"/>
              </a:xfrm>
              <a:custGeom>
                <a:avLst/>
                <a:gdLst>
                  <a:gd name="textAreaLeft" fmla="*/ -360 w 2925000"/>
                  <a:gd name="textAreaRight" fmla="*/ 2925000 w 2925000"/>
                  <a:gd name="textAreaTop" fmla="*/ 0 h 3057480"/>
                  <a:gd name="textAreaBottom" fmla="*/ 3057840 h 3057480"/>
                </a:gdLst>
                <a:ahLst/>
                <a:cxnLst/>
                <a:rect l="textAreaLeft" t="textAreaTop" r="textAreaRight" b="textAreaBottom"/>
                <a:pathLst>
                  <a:path w="71320" h="7455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39" name="Google Shape;693;p17"/>
            <p:cNvGrpSpPr/>
            <p:nvPr/>
          </p:nvGrpSpPr>
          <p:grpSpPr>
            <a:xfrm>
              <a:off x="-234360" y="3727440"/>
              <a:ext cx="438840" cy="438840"/>
              <a:chOff x="-234360" y="3727440"/>
              <a:chExt cx="438840" cy="438840"/>
            </a:xfrm>
          </p:grpSpPr>
          <p:sp>
            <p:nvSpPr>
              <p:cNvPr id="340" name="Google Shape;694;p17"/>
              <p:cNvSpPr/>
              <p:nvPr/>
            </p:nvSpPr>
            <p:spPr>
              <a:xfrm>
                <a:off x="-234360" y="3727440"/>
                <a:ext cx="438840" cy="438840"/>
              </a:xfrm>
              <a:custGeom>
                <a:avLst/>
                <a:gdLst>
                  <a:gd name="textAreaLeft" fmla="*/ 0 w 438840"/>
                  <a:gd name="textAreaRight" fmla="*/ 439200 w 438840"/>
                  <a:gd name="textAreaTop" fmla="*/ 0 h 438840"/>
                  <a:gd name="textAreaBottom" fmla="*/ 439200 h 43884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41" name="Google Shape;695;p17"/>
              <p:cNvSpPr/>
              <p:nvPr/>
            </p:nvSpPr>
            <p:spPr>
              <a:xfrm>
                <a:off x="-146160" y="3827520"/>
                <a:ext cx="262440" cy="239400"/>
              </a:xfrm>
              <a:custGeom>
                <a:avLst/>
                <a:gdLst>
                  <a:gd name="textAreaLeft" fmla="*/ 0 w 262440"/>
                  <a:gd name="textAreaRight" fmla="*/ 262800 w 262440"/>
                  <a:gd name="textAreaTop" fmla="*/ 0 h 239400"/>
                  <a:gd name="textAreaBottom" fmla="*/ 239760 h 23940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42" name="Google Shape;696;p17"/>
            <p:cNvGrpSpPr/>
            <p:nvPr/>
          </p:nvGrpSpPr>
          <p:grpSpPr>
            <a:xfrm>
              <a:off x="713520" y="4931640"/>
              <a:ext cx="438840" cy="438840"/>
              <a:chOff x="713520" y="4931640"/>
              <a:chExt cx="438840" cy="438840"/>
            </a:xfrm>
          </p:grpSpPr>
          <p:sp>
            <p:nvSpPr>
              <p:cNvPr id="343" name="Google Shape;697;p17"/>
              <p:cNvSpPr/>
              <p:nvPr/>
            </p:nvSpPr>
            <p:spPr>
              <a:xfrm rot="10800000">
                <a:off x="713520" y="4931640"/>
                <a:ext cx="438840" cy="438840"/>
              </a:xfrm>
              <a:custGeom>
                <a:avLst/>
                <a:gdLst>
                  <a:gd name="textAreaLeft" fmla="*/ 0 w 438840"/>
                  <a:gd name="textAreaRight" fmla="*/ 439200 w 438840"/>
                  <a:gd name="textAreaTop" fmla="*/ 0 h 438840"/>
                  <a:gd name="textAreaBottom" fmla="*/ 439200 h 43884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44" name="Google Shape;698;p17"/>
              <p:cNvSpPr/>
              <p:nvPr/>
            </p:nvSpPr>
            <p:spPr>
              <a:xfrm rot="10800000">
                <a:off x="801720" y="5031000"/>
                <a:ext cx="262440" cy="239400"/>
              </a:xfrm>
              <a:custGeom>
                <a:avLst/>
                <a:gdLst>
                  <a:gd name="textAreaLeft" fmla="*/ 0 w 262440"/>
                  <a:gd name="textAreaRight" fmla="*/ 262800 w 262440"/>
                  <a:gd name="textAreaTop" fmla="*/ 0 h 239400"/>
                  <a:gd name="textAreaBottom" fmla="*/ 239760 h 23940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345" name="Google Shape;699;p17"/>
          <p:cNvGrpSpPr/>
          <p:nvPr/>
        </p:nvGrpSpPr>
        <p:grpSpPr>
          <a:xfrm>
            <a:off x="6642360" y="-392400"/>
            <a:ext cx="4558680" cy="1863360"/>
            <a:chOff x="6642360" y="-392400"/>
            <a:chExt cx="4558680" cy="1863360"/>
          </a:xfrm>
        </p:grpSpPr>
        <p:pic>
          <p:nvPicPr>
            <p:cNvPr id="346" name="Google Shape;700;p17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>
              <a:off x="8354880" y="-392400"/>
              <a:ext cx="2441520" cy="186336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347" name="Google Shape;701;p17"/>
            <p:cNvGrpSpPr/>
            <p:nvPr/>
          </p:nvGrpSpPr>
          <p:grpSpPr>
            <a:xfrm>
              <a:off x="7215120" y="-117000"/>
              <a:ext cx="2584080" cy="1134720"/>
              <a:chOff x="7215120" y="-117000"/>
              <a:chExt cx="2584080" cy="1134720"/>
            </a:xfrm>
          </p:grpSpPr>
          <p:grpSp>
            <p:nvGrpSpPr>
              <p:cNvPr id="348" name="Google Shape;702;p17"/>
              <p:cNvGrpSpPr/>
              <p:nvPr/>
            </p:nvGrpSpPr>
            <p:grpSpPr>
              <a:xfrm>
                <a:off x="7429320" y="-117000"/>
                <a:ext cx="2369880" cy="1134720"/>
                <a:chOff x="7429320" y="-117000"/>
                <a:chExt cx="2369880" cy="1134720"/>
              </a:xfrm>
            </p:grpSpPr>
            <p:sp>
              <p:nvSpPr>
                <p:cNvPr id="349" name="Google Shape;703;p17"/>
                <p:cNvSpPr/>
                <p:nvPr/>
              </p:nvSpPr>
              <p:spPr>
                <a:xfrm rot="16200000">
                  <a:off x="7993080" y="-680400"/>
                  <a:ext cx="1134360" cy="2262240"/>
                </a:xfrm>
                <a:custGeom>
                  <a:avLst/>
                  <a:gdLst>
                    <a:gd name="textAreaLeft" fmla="*/ 0 w 1134360"/>
                    <a:gd name="textAreaRight" fmla="*/ 1134720 w 1134360"/>
                    <a:gd name="textAreaTop" fmla="*/ 0 h 2262240"/>
                    <a:gd name="textAreaBottom" fmla="*/ 2262600 h 2262240"/>
                  </a:gdLst>
                  <a:ahLst/>
                  <a:cxnLst/>
                  <a:rect l="textAreaLeft" t="textAreaTop" r="textAreaRight" b="textAreaBottom"/>
                  <a:pathLst>
                    <a:path w="34647" h="69081">
                      <a:moveTo>
                        <a:pt x="34434" y="1"/>
                      </a:moveTo>
                      <a:lnTo>
                        <a:pt x="25429" y="8990"/>
                      </a:lnTo>
                      <a:lnTo>
                        <a:pt x="25383" y="9051"/>
                      </a:lnTo>
                      <a:lnTo>
                        <a:pt x="25383" y="32651"/>
                      </a:lnTo>
                      <a:lnTo>
                        <a:pt x="15130" y="42920"/>
                      </a:lnTo>
                      <a:lnTo>
                        <a:pt x="15084" y="42951"/>
                      </a:lnTo>
                      <a:lnTo>
                        <a:pt x="15084" y="60472"/>
                      </a:lnTo>
                      <a:lnTo>
                        <a:pt x="9614" y="65957"/>
                      </a:lnTo>
                      <a:lnTo>
                        <a:pt x="0" y="65957"/>
                      </a:lnTo>
                      <a:lnTo>
                        <a:pt x="0" y="69080"/>
                      </a:lnTo>
                      <a:lnTo>
                        <a:pt x="320" y="69080"/>
                      </a:lnTo>
                      <a:lnTo>
                        <a:pt x="320" y="66262"/>
                      </a:lnTo>
                      <a:lnTo>
                        <a:pt x="9751" y="66262"/>
                      </a:lnTo>
                      <a:lnTo>
                        <a:pt x="15389" y="60609"/>
                      </a:lnTo>
                      <a:lnTo>
                        <a:pt x="15389" y="43088"/>
                      </a:lnTo>
                      <a:lnTo>
                        <a:pt x="25658" y="32819"/>
                      </a:lnTo>
                      <a:lnTo>
                        <a:pt x="25688" y="32788"/>
                      </a:lnTo>
                      <a:lnTo>
                        <a:pt x="25688" y="9188"/>
                      </a:lnTo>
                      <a:lnTo>
                        <a:pt x="34647" y="214"/>
                      </a:lnTo>
                      <a:lnTo>
                        <a:pt x="34434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50" name="Google Shape;704;p17"/>
                <p:cNvSpPr/>
                <p:nvPr/>
              </p:nvSpPr>
              <p:spPr>
                <a:xfrm rot="5400000">
                  <a:off x="8100720" y="-680760"/>
                  <a:ext cx="1134360" cy="2262240"/>
                </a:xfrm>
                <a:custGeom>
                  <a:avLst/>
                  <a:gdLst>
                    <a:gd name="textAreaLeft" fmla="*/ 0 w 1134360"/>
                    <a:gd name="textAreaRight" fmla="*/ 1134720 w 1134360"/>
                    <a:gd name="textAreaTop" fmla="*/ 0 h 2262240"/>
                    <a:gd name="textAreaBottom" fmla="*/ 2262600 h 2262240"/>
                  </a:gdLst>
                  <a:ahLst/>
                  <a:cxnLst/>
                  <a:rect l="textAreaLeft" t="textAreaTop" r="textAreaRight" b="textAreaBottom"/>
                  <a:pathLst>
                    <a:path w="34647" h="69081">
                      <a:moveTo>
                        <a:pt x="34434" y="1"/>
                      </a:moveTo>
                      <a:lnTo>
                        <a:pt x="25429" y="8990"/>
                      </a:lnTo>
                      <a:lnTo>
                        <a:pt x="25383" y="9051"/>
                      </a:lnTo>
                      <a:lnTo>
                        <a:pt x="25383" y="32651"/>
                      </a:lnTo>
                      <a:lnTo>
                        <a:pt x="15130" y="42920"/>
                      </a:lnTo>
                      <a:lnTo>
                        <a:pt x="15084" y="42951"/>
                      </a:lnTo>
                      <a:lnTo>
                        <a:pt x="15084" y="60472"/>
                      </a:lnTo>
                      <a:lnTo>
                        <a:pt x="9614" y="65957"/>
                      </a:lnTo>
                      <a:lnTo>
                        <a:pt x="0" y="65957"/>
                      </a:lnTo>
                      <a:lnTo>
                        <a:pt x="0" y="69080"/>
                      </a:lnTo>
                      <a:lnTo>
                        <a:pt x="320" y="69080"/>
                      </a:lnTo>
                      <a:lnTo>
                        <a:pt x="320" y="66262"/>
                      </a:lnTo>
                      <a:lnTo>
                        <a:pt x="9751" y="66262"/>
                      </a:lnTo>
                      <a:lnTo>
                        <a:pt x="15389" y="60609"/>
                      </a:lnTo>
                      <a:lnTo>
                        <a:pt x="15389" y="43088"/>
                      </a:lnTo>
                      <a:lnTo>
                        <a:pt x="25658" y="32819"/>
                      </a:lnTo>
                      <a:lnTo>
                        <a:pt x="25688" y="32788"/>
                      </a:lnTo>
                      <a:lnTo>
                        <a:pt x="25688" y="9188"/>
                      </a:lnTo>
                      <a:lnTo>
                        <a:pt x="34647" y="214"/>
                      </a:lnTo>
                      <a:lnTo>
                        <a:pt x="34434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sp>
            <p:nvSpPr>
              <p:cNvPr id="351" name="Google Shape;705;p17"/>
              <p:cNvSpPr/>
              <p:nvPr/>
            </p:nvSpPr>
            <p:spPr>
              <a:xfrm rot="5400000">
                <a:off x="8213400" y="-49320"/>
                <a:ext cx="581760" cy="57564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75640"/>
                  <a:gd name="textAreaBottom" fmla="*/ 576000 h 57564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2" name="Google Shape;706;p17"/>
              <p:cNvSpPr/>
              <p:nvPr/>
            </p:nvSpPr>
            <p:spPr>
              <a:xfrm rot="5400000">
                <a:off x="8574840" y="81720"/>
                <a:ext cx="581760" cy="57564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75640"/>
                  <a:gd name="textAreaBottom" fmla="*/ 576000 h 57564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353" name="Google Shape;707;p17"/>
              <p:cNvGrpSpPr/>
              <p:nvPr/>
            </p:nvGrpSpPr>
            <p:grpSpPr>
              <a:xfrm>
                <a:off x="7215120" y="-91440"/>
                <a:ext cx="1001160" cy="353160"/>
                <a:chOff x="7215120" y="-91440"/>
                <a:chExt cx="1001160" cy="353160"/>
              </a:xfrm>
            </p:grpSpPr>
            <p:sp>
              <p:nvSpPr>
                <p:cNvPr id="354" name="Google Shape;708;p17"/>
                <p:cNvSpPr/>
                <p:nvPr/>
              </p:nvSpPr>
              <p:spPr>
                <a:xfrm rot="13500000" flipV="1">
                  <a:off x="7914960" y="-39600"/>
                  <a:ext cx="249480" cy="249480"/>
                </a:xfrm>
                <a:custGeom>
                  <a:avLst/>
                  <a:gdLst>
                    <a:gd name="textAreaLeft" fmla="*/ 0 w 249480"/>
                    <a:gd name="textAreaRight" fmla="*/ 249840 w 249480"/>
                    <a:gd name="textAreaTop" fmla="*/ -360 h 249480"/>
                    <a:gd name="textAreaBottom" fmla="*/ 249480 h 24948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55" name="Google Shape;709;p17"/>
                <p:cNvSpPr/>
                <p:nvPr/>
              </p:nvSpPr>
              <p:spPr>
                <a:xfrm rot="13500000" flipV="1">
                  <a:off x="7807320" y="-39600"/>
                  <a:ext cx="249480" cy="249480"/>
                </a:xfrm>
                <a:custGeom>
                  <a:avLst/>
                  <a:gdLst>
                    <a:gd name="textAreaLeft" fmla="*/ 0 w 249480"/>
                    <a:gd name="textAreaRight" fmla="*/ 249840 w 249480"/>
                    <a:gd name="textAreaTop" fmla="*/ -360 h 249480"/>
                    <a:gd name="textAreaBottom" fmla="*/ 249480 h 249480"/>
                  </a:gdLst>
                  <a:ahLst/>
                  <a:cxnLst/>
                  <a:rect l="textAreaLeft" t="textAreaTop" r="textAreaRight" b="textAreaBottom"/>
                  <a:pathLst>
                    <a:path w="9996" h="9995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56" name="Google Shape;710;p17"/>
                <p:cNvSpPr/>
                <p:nvPr/>
              </p:nvSpPr>
              <p:spPr>
                <a:xfrm rot="13500000" flipV="1">
                  <a:off x="7698960" y="-39600"/>
                  <a:ext cx="249480" cy="249480"/>
                </a:xfrm>
                <a:custGeom>
                  <a:avLst/>
                  <a:gdLst>
                    <a:gd name="textAreaLeft" fmla="*/ 0 w 249480"/>
                    <a:gd name="textAreaRight" fmla="*/ 249840 w 249480"/>
                    <a:gd name="textAreaTop" fmla="*/ -360 h 249480"/>
                    <a:gd name="textAreaBottom" fmla="*/ 249480 h 24948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57" name="Google Shape;711;p17"/>
                <p:cNvSpPr/>
                <p:nvPr/>
              </p:nvSpPr>
              <p:spPr>
                <a:xfrm rot="13500000" flipV="1">
                  <a:off x="7590960" y="-39960"/>
                  <a:ext cx="249480" cy="249120"/>
                </a:xfrm>
                <a:custGeom>
                  <a:avLst/>
                  <a:gdLst>
                    <a:gd name="textAreaLeft" fmla="*/ 0 w 249480"/>
                    <a:gd name="textAreaRight" fmla="*/ 249840 w 249480"/>
                    <a:gd name="textAreaTop" fmla="*/ 360 h 249120"/>
                    <a:gd name="textAreaBottom" fmla="*/ 249840 h 249120"/>
                  </a:gdLst>
                  <a:ahLst/>
                  <a:cxnLst/>
                  <a:rect l="textAreaLeft" t="textAreaTop" r="textAreaRight" b="textAreaBottom"/>
                  <a:pathLst>
                    <a:path w="9995" h="9981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58" name="Google Shape;712;p17"/>
                <p:cNvSpPr/>
                <p:nvPr/>
              </p:nvSpPr>
              <p:spPr>
                <a:xfrm rot="13500000" flipV="1">
                  <a:off x="7482600" y="-39240"/>
                  <a:ext cx="249480" cy="249480"/>
                </a:xfrm>
                <a:custGeom>
                  <a:avLst/>
                  <a:gdLst>
                    <a:gd name="textAreaLeft" fmla="*/ 0 w 249480"/>
                    <a:gd name="textAreaRight" fmla="*/ 249840 w 249480"/>
                    <a:gd name="textAreaTop" fmla="*/ -360 h 249480"/>
                    <a:gd name="textAreaBottom" fmla="*/ 249480 h 24948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59" name="Google Shape;713;p17"/>
                <p:cNvSpPr/>
                <p:nvPr/>
              </p:nvSpPr>
              <p:spPr>
                <a:xfrm rot="13500000" flipV="1">
                  <a:off x="7374600" y="-39240"/>
                  <a:ext cx="249120" cy="249120"/>
                </a:xfrm>
                <a:custGeom>
                  <a:avLst/>
                  <a:gdLst>
                    <a:gd name="textAreaLeft" fmla="*/ 0 w 249120"/>
                    <a:gd name="textAreaRight" fmla="*/ 249480 w 249120"/>
                    <a:gd name="textAreaTop" fmla="*/ 360 h 249120"/>
                    <a:gd name="textAreaBottom" fmla="*/ 249840 h 249120"/>
                  </a:gdLst>
                  <a:ahLst/>
                  <a:cxnLst/>
                  <a:rect l="textAreaLeft" t="textAreaTop" r="textAreaRight" b="textAreaBottom"/>
                  <a:pathLst>
                    <a:path w="9980" h="9981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0" name="Google Shape;714;p17"/>
                <p:cNvSpPr/>
                <p:nvPr/>
              </p:nvSpPr>
              <p:spPr>
                <a:xfrm rot="13500000" flipV="1">
                  <a:off x="7266600" y="-39240"/>
                  <a:ext cx="249480" cy="249480"/>
                </a:xfrm>
                <a:custGeom>
                  <a:avLst/>
                  <a:gdLst>
                    <a:gd name="textAreaLeft" fmla="*/ 0 w 249480"/>
                    <a:gd name="textAreaRight" fmla="*/ 249840 w 249480"/>
                    <a:gd name="textAreaTop" fmla="*/ -360 h 249480"/>
                    <a:gd name="textAreaBottom" fmla="*/ 249480 h 24948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361" name="Google Shape;715;p17"/>
            <p:cNvGrpSpPr/>
            <p:nvPr/>
          </p:nvGrpSpPr>
          <p:grpSpPr>
            <a:xfrm>
              <a:off x="6642360" y="234000"/>
              <a:ext cx="4558680" cy="133920"/>
              <a:chOff x="6642360" y="234000"/>
              <a:chExt cx="4558680" cy="133920"/>
            </a:xfrm>
          </p:grpSpPr>
          <p:sp>
            <p:nvSpPr>
              <p:cNvPr id="362" name="Google Shape;716;p17"/>
              <p:cNvSpPr/>
              <p:nvPr/>
            </p:nvSpPr>
            <p:spPr>
              <a:xfrm rot="10800000">
                <a:off x="6642360" y="234000"/>
                <a:ext cx="133920" cy="13392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520" bIns="47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cxnSp>
            <p:nvCxnSpPr>
              <p:cNvPr id="363" name="Google Shape;717;p17"/>
              <p:cNvCxnSpPr/>
              <p:nvPr/>
            </p:nvCxnSpPr>
            <p:spPr>
              <a:xfrm flipH="1">
                <a:off x="6738120" y="300960"/>
                <a:ext cx="4463280" cy="36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364" name="Google Shape;718;p17"/>
              <p:cNvSpPr/>
              <p:nvPr/>
            </p:nvSpPr>
            <p:spPr>
              <a:xfrm rot="10800000">
                <a:off x="6672960" y="26460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5" name="Google Shape;720;p18"/>
          <p:cNvGrpSpPr/>
          <p:nvPr/>
        </p:nvGrpSpPr>
        <p:grpSpPr>
          <a:xfrm>
            <a:off x="5405040" y="2221200"/>
            <a:ext cx="4262760" cy="3616920"/>
            <a:chOff x="5405040" y="2221200"/>
            <a:chExt cx="4262760" cy="3616920"/>
          </a:xfrm>
        </p:grpSpPr>
        <p:sp>
          <p:nvSpPr>
            <p:cNvPr id="366" name="Google Shape;721;p18"/>
            <p:cNvSpPr/>
            <p:nvPr/>
          </p:nvSpPr>
          <p:spPr>
            <a:xfrm>
              <a:off x="5405040" y="2221200"/>
              <a:ext cx="4262760" cy="3616920"/>
            </a:xfrm>
            <a:prstGeom prst="ellipse">
              <a:avLst/>
            </a:prstGeom>
            <a:gradFill rotWithShape="0">
              <a:gsLst>
                <a:gs pos="0">
                  <a:srgbClr val="F5F8FF"/>
                </a:gs>
                <a:gs pos="18000">
                  <a:srgbClr val="F5F8FF"/>
                </a:gs>
                <a:gs pos="56000">
                  <a:srgbClr val="FFFFFF">
                    <a:alpha val="0"/>
                  </a:srgbClr>
                </a:gs>
                <a:gs pos="74000">
                  <a:srgbClr val="F5F8FF"/>
                </a:gs>
                <a:gs pos="100000">
                  <a:srgbClr val="9900FF">
                    <a:alpha val="29000"/>
                  </a:srgbClr>
                </a:gs>
              </a:gsLst>
              <a:path path="circle">
                <a:fillToRect r="100000" b="10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367" name="Google Shape;722;p18"/>
            <p:cNvGrpSpPr/>
            <p:nvPr/>
          </p:nvGrpSpPr>
          <p:grpSpPr>
            <a:xfrm>
              <a:off x="7294320" y="4854960"/>
              <a:ext cx="930600" cy="525600"/>
              <a:chOff x="7294320" y="4854960"/>
              <a:chExt cx="930600" cy="525600"/>
            </a:xfrm>
          </p:grpSpPr>
          <p:grpSp>
            <p:nvGrpSpPr>
              <p:cNvPr id="368" name="Google Shape;723;p18"/>
              <p:cNvGrpSpPr/>
              <p:nvPr/>
            </p:nvGrpSpPr>
            <p:grpSpPr>
              <a:xfrm>
                <a:off x="7786080" y="4941720"/>
                <a:ext cx="438840" cy="438840"/>
                <a:chOff x="7786080" y="4941720"/>
                <a:chExt cx="438840" cy="438840"/>
              </a:xfrm>
            </p:grpSpPr>
            <p:sp>
              <p:nvSpPr>
                <p:cNvPr id="369" name="Google Shape;724;p18"/>
                <p:cNvSpPr/>
                <p:nvPr/>
              </p:nvSpPr>
              <p:spPr>
                <a:xfrm>
                  <a:off x="7786080" y="4941720"/>
                  <a:ext cx="438840" cy="438840"/>
                </a:xfrm>
                <a:custGeom>
                  <a:avLst/>
                  <a:gdLst>
                    <a:gd name="textAreaLeft" fmla="*/ 0 w 438840"/>
                    <a:gd name="textAreaRight" fmla="*/ 439200 w 438840"/>
                    <a:gd name="textAreaTop" fmla="*/ 0 h 438840"/>
                    <a:gd name="textAreaBottom" fmla="*/ 439200 h 43884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0" name="Google Shape;725;p18"/>
                <p:cNvSpPr/>
                <p:nvPr/>
              </p:nvSpPr>
              <p:spPr>
                <a:xfrm>
                  <a:off x="7874640" y="5041800"/>
                  <a:ext cx="262440" cy="239400"/>
                </a:xfrm>
                <a:custGeom>
                  <a:avLst/>
                  <a:gdLst>
                    <a:gd name="textAreaLeft" fmla="*/ 0 w 262440"/>
                    <a:gd name="textAreaRight" fmla="*/ 262800 w 262440"/>
                    <a:gd name="textAreaTop" fmla="*/ 0 h 239400"/>
                    <a:gd name="textAreaBottom" fmla="*/ 239760 h 23940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71" name="Google Shape;726;p18"/>
              <p:cNvGrpSpPr/>
              <p:nvPr/>
            </p:nvGrpSpPr>
            <p:grpSpPr>
              <a:xfrm>
                <a:off x="7294320" y="4854960"/>
                <a:ext cx="438840" cy="438840"/>
                <a:chOff x="7294320" y="4854960"/>
                <a:chExt cx="438840" cy="438840"/>
              </a:xfrm>
            </p:grpSpPr>
            <p:sp>
              <p:nvSpPr>
                <p:cNvPr id="372" name="Google Shape;727;p18"/>
                <p:cNvSpPr/>
                <p:nvPr/>
              </p:nvSpPr>
              <p:spPr>
                <a:xfrm>
                  <a:off x="7294320" y="4854960"/>
                  <a:ext cx="438840" cy="438840"/>
                </a:xfrm>
                <a:custGeom>
                  <a:avLst/>
                  <a:gdLst>
                    <a:gd name="textAreaLeft" fmla="*/ 0 w 438840"/>
                    <a:gd name="textAreaRight" fmla="*/ 439200 w 438840"/>
                    <a:gd name="textAreaTop" fmla="*/ 0 h 438840"/>
                    <a:gd name="textAreaBottom" fmla="*/ 439200 h 43884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/>
                    </a:gs>
                    <a:gs pos="78000">
                      <a:srgbClr val="F5F8FF"/>
                    </a:gs>
                    <a:gs pos="100000">
                      <a:srgbClr val="F5F8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3" name="Google Shape;728;p18"/>
                <p:cNvSpPr/>
                <p:nvPr/>
              </p:nvSpPr>
              <p:spPr>
                <a:xfrm>
                  <a:off x="7382520" y="4955040"/>
                  <a:ext cx="262440" cy="239400"/>
                </a:xfrm>
                <a:custGeom>
                  <a:avLst/>
                  <a:gdLst>
                    <a:gd name="textAreaLeft" fmla="*/ 0 w 262440"/>
                    <a:gd name="textAreaRight" fmla="*/ 262800 w 262440"/>
                    <a:gd name="textAreaTop" fmla="*/ 0 h 239400"/>
                    <a:gd name="textAreaBottom" fmla="*/ 239760 h 23940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/>
                    </a:gs>
                    <a:gs pos="78000">
                      <a:srgbClr val="F5F8FF"/>
                    </a:gs>
                    <a:gs pos="100000">
                      <a:srgbClr val="F5F8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sp>
        <p:nvSpPr>
          <p:cNvPr id="37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375" name="Google Shape;730;p18"/>
          <p:cNvGrpSpPr/>
          <p:nvPr/>
        </p:nvGrpSpPr>
        <p:grpSpPr>
          <a:xfrm>
            <a:off x="-2174760" y="3012480"/>
            <a:ext cx="3700800" cy="3344760"/>
            <a:chOff x="-2174760" y="3012480"/>
            <a:chExt cx="3700800" cy="3344760"/>
          </a:xfrm>
        </p:grpSpPr>
        <p:pic>
          <p:nvPicPr>
            <p:cNvPr id="376" name="Google Shape;731;p18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 rot="10800000">
              <a:off x="-2174760" y="3532680"/>
              <a:ext cx="3700800" cy="28245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77" name="Google Shape;732;p18"/>
            <p:cNvSpPr/>
            <p:nvPr/>
          </p:nvSpPr>
          <p:spPr>
            <a:xfrm rot="10800000">
              <a:off x="-690120" y="3012480"/>
              <a:ext cx="1201320" cy="2824560"/>
            </a:xfrm>
            <a:custGeom>
              <a:avLst/>
              <a:gdLst>
                <a:gd name="textAreaLeft" fmla="*/ 0 w 1201320"/>
                <a:gd name="textAreaRight" fmla="*/ 1201680 w 1201320"/>
                <a:gd name="textAreaTop" fmla="*/ 0 h 2824560"/>
                <a:gd name="textAreaBottom" fmla="*/ 2824920 h 282456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8" name="Google Shape;733;p18"/>
            <p:cNvSpPr/>
            <p:nvPr/>
          </p:nvSpPr>
          <p:spPr>
            <a:xfrm rot="10800000">
              <a:off x="-495000" y="3013200"/>
              <a:ext cx="1201320" cy="2824560"/>
            </a:xfrm>
            <a:custGeom>
              <a:avLst/>
              <a:gdLst>
                <a:gd name="textAreaLeft" fmla="*/ 0 w 1201320"/>
                <a:gd name="textAreaRight" fmla="*/ 1201680 w 1201320"/>
                <a:gd name="textAreaTop" fmla="*/ 0 h 2824560"/>
                <a:gd name="textAreaBottom" fmla="*/ 2824920 h 282456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379" name="Google Shape;734;p18"/>
            <p:cNvGrpSpPr/>
            <p:nvPr/>
          </p:nvGrpSpPr>
          <p:grpSpPr>
            <a:xfrm>
              <a:off x="-326160" y="5427000"/>
              <a:ext cx="133560" cy="133560"/>
              <a:chOff x="-326160" y="5427000"/>
              <a:chExt cx="133560" cy="133560"/>
            </a:xfrm>
          </p:grpSpPr>
          <p:sp>
            <p:nvSpPr>
              <p:cNvPr id="380" name="Google Shape;735;p18"/>
              <p:cNvSpPr/>
              <p:nvPr/>
            </p:nvSpPr>
            <p:spPr>
              <a:xfrm rot="10800000">
                <a:off x="-326160" y="542700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160" bIns="471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1" name="Google Shape;736;p18"/>
              <p:cNvSpPr/>
              <p:nvPr/>
            </p:nvSpPr>
            <p:spPr>
              <a:xfrm rot="10800000">
                <a:off x="-307080" y="5445720"/>
                <a:ext cx="95760" cy="9576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82" name="Google Shape;737;p18"/>
            <p:cNvGrpSpPr/>
            <p:nvPr/>
          </p:nvGrpSpPr>
          <p:grpSpPr>
            <a:xfrm>
              <a:off x="159480" y="4587120"/>
              <a:ext cx="133560" cy="133560"/>
              <a:chOff x="159480" y="4587120"/>
              <a:chExt cx="133560" cy="133560"/>
            </a:xfrm>
          </p:grpSpPr>
          <p:sp>
            <p:nvSpPr>
              <p:cNvPr id="383" name="Google Shape;738;p18"/>
              <p:cNvSpPr/>
              <p:nvPr/>
            </p:nvSpPr>
            <p:spPr>
              <a:xfrm rot="10800000">
                <a:off x="159480" y="458712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160" bIns="471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4" name="Google Shape;739;p18"/>
              <p:cNvSpPr/>
              <p:nvPr/>
            </p:nvSpPr>
            <p:spPr>
              <a:xfrm rot="10800000">
                <a:off x="178200" y="4605840"/>
                <a:ext cx="95760" cy="9576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85" name="Google Shape;740;p18"/>
            <p:cNvGrpSpPr/>
            <p:nvPr/>
          </p:nvGrpSpPr>
          <p:grpSpPr>
            <a:xfrm>
              <a:off x="251640" y="3399120"/>
              <a:ext cx="133560" cy="133560"/>
              <a:chOff x="251640" y="3399120"/>
              <a:chExt cx="133560" cy="133560"/>
            </a:xfrm>
          </p:grpSpPr>
          <p:sp>
            <p:nvSpPr>
              <p:cNvPr id="386" name="Google Shape;741;p18"/>
              <p:cNvSpPr/>
              <p:nvPr/>
            </p:nvSpPr>
            <p:spPr>
              <a:xfrm rot="10800000">
                <a:off x="251640" y="339912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160" bIns="471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7" name="Google Shape;742;p18"/>
              <p:cNvSpPr/>
              <p:nvPr/>
            </p:nvSpPr>
            <p:spPr>
              <a:xfrm rot="10800000">
                <a:off x="270360" y="3417840"/>
                <a:ext cx="95760" cy="9576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388" name="Google Shape;743;p18"/>
          <p:cNvGrpSpPr/>
          <p:nvPr/>
        </p:nvGrpSpPr>
        <p:grpSpPr>
          <a:xfrm>
            <a:off x="5928840" y="-303840"/>
            <a:ext cx="5688000" cy="3547800"/>
            <a:chOff x="5928840" y="-303840"/>
            <a:chExt cx="5688000" cy="3547800"/>
          </a:xfrm>
        </p:grpSpPr>
        <p:grpSp>
          <p:nvGrpSpPr>
            <p:cNvPr id="389" name="Google Shape;744;p18"/>
            <p:cNvGrpSpPr/>
            <p:nvPr/>
          </p:nvGrpSpPr>
          <p:grpSpPr>
            <a:xfrm>
              <a:off x="8859600" y="1899360"/>
              <a:ext cx="401760" cy="1344600"/>
              <a:chOff x="8859600" y="1899360"/>
              <a:chExt cx="401760" cy="1344600"/>
            </a:xfrm>
          </p:grpSpPr>
          <p:sp>
            <p:nvSpPr>
              <p:cNvPr id="390" name="Google Shape;745;p18"/>
              <p:cNvSpPr/>
              <p:nvPr/>
            </p:nvSpPr>
            <p:spPr>
              <a:xfrm flipH="1">
                <a:off x="9014400" y="2017440"/>
                <a:ext cx="246600" cy="1226520"/>
              </a:xfrm>
              <a:custGeom>
                <a:avLst/>
                <a:gdLst>
                  <a:gd name="textAreaLeft" fmla="*/ -360 w 246600"/>
                  <a:gd name="textAreaRight" fmla="*/ 24660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3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1" name="Google Shape;746;p18"/>
              <p:cNvSpPr/>
              <p:nvPr/>
            </p:nvSpPr>
            <p:spPr>
              <a:xfrm flipH="1">
                <a:off x="8859240" y="1899360"/>
                <a:ext cx="246600" cy="1226520"/>
              </a:xfrm>
              <a:custGeom>
                <a:avLst/>
                <a:gdLst>
                  <a:gd name="textAreaLeft" fmla="*/ -360 w 246600"/>
                  <a:gd name="textAreaRight" fmla="*/ 24660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40000">
                    <a:srgbClr val="FF9900">
                      <a:alpha val="41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92" name="Google Shape;747;p18"/>
            <p:cNvGrpSpPr/>
            <p:nvPr/>
          </p:nvGrpSpPr>
          <p:grpSpPr>
            <a:xfrm>
              <a:off x="8674920" y="1421280"/>
              <a:ext cx="904320" cy="725760"/>
              <a:chOff x="8674920" y="1421280"/>
              <a:chExt cx="904320" cy="725760"/>
            </a:xfrm>
          </p:grpSpPr>
          <p:sp>
            <p:nvSpPr>
              <p:cNvPr id="393" name="Google Shape;748;p18"/>
              <p:cNvSpPr/>
              <p:nvPr/>
            </p:nvSpPr>
            <p:spPr>
              <a:xfrm>
                <a:off x="8906400" y="1564560"/>
                <a:ext cx="672840" cy="582480"/>
              </a:xfrm>
              <a:custGeom>
                <a:avLst/>
                <a:gdLst>
                  <a:gd name="textAreaLeft" fmla="*/ 0 w 672840"/>
                  <a:gd name="textAreaRight" fmla="*/ 673200 w 672840"/>
                  <a:gd name="textAreaTop" fmla="*/ 0 h 582480"/>
                  <a:gd name="textAreaBottom" fmla="*/ 582840 h 5824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4" name="Google Shape;749;p18"/>
              <p:cNvSpPr/>
              <p:nvPr/>
            </p:nvSpPr>
            <p:spPr>
              <a:xfrm>
                <a:off x="8894160" y="142128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5" name="Google Shape;750;p18"/>
              <p:cNvSpPr/>
              <p:nvPr/>
            </p:nvSpPr>
            <p:spPr>
              <a:xfrm>
                <a:off x="8674920" y="156456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96" name="Google Shape;751;p18"/>
            <p:cNvGrpSpPr/>
            <p:nvPr/>
          </p:nvGrpSpPr>
          <p:grpSpPr>
            <a:xfrm>
              <a:off x="7678800" y="-303840"/>
              <a:ext cx="2555280" cy="2546280"/>
              <a:chOff x="7678800" y="-303840"/>
              <a:chExt cx="2555280" cy="2546280"/>
            </a:xfrm>
          </p:grpSpPr>
          <p:sp>
            <p:nvSpPr>
              <p:cNvPr id="397" name="Google Shape;752;p18"/>
              <p:cNvSpPr/>
              <p:nvPr/>
            </p:nvSpPr>
            <p:spPr>
              <a:xfrm rot="18900000" flipH="1" flipV="1">
                <a:off x="8404560" y="-205200"/>
                <a:ext cx="981720" cy="2461320"/>
              </a:xfrm>
              <a:custGeom>
                <a:avLst/>
                <a:gdLst>
                  <a:gd name="textAreaLeft" fmla="*/ -360 w 981720"/>
                  <a:gd name="textAreaRight" fmla="*/ 981720 w 981720"/>
                  <a:gd name="textAreaTop" fmla="*/ -360 h 2461320"/>
                  <a:gd name="textAreaBottom" fmla="*/ 2461320 h 246132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8906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8" name="Google Shape;753;p18"/>
              <p:cNvSpPr/>
              <p:nvPr/>
            </p:nvSpPr>
            <p:spPr>
              <a:xfrm rot="18900000" flipH="1" flipV="1">
                <a:off x="8525160" y="-317160"/>
                <a:ext cx="981720" cy="2461320"/>
              </a:xfrm>
              <a:custGeom>
                <a:avLst/>
                <a:gdLst>
                  <a:gd name="textAreaLeft" fmla="*/ -360 w 981720"/>
                  <a:gd name="textAreaRight" fmla="*/ 981720 w 981720"/>
                  <a:gd name="textAreaTop" fmla="*/ -360 h 2461320"/>
                  <a:gd name="textAreaBottom" fmla="*/ 2461320 h 246132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399" name="Google Shape;754;p18"/>
            <p:cNvSpPr/>
            <p:nvPr/>
          </p:nvSpPr>
          <p:spPr>
            <a:xfrm rot="5400000" flipH="1">
              <a:off x="6627240" y="-895320"/>
              <a:ext cx="577080" cy="1974240"/>
            </a:xfrm>
            <a:custGeom>
              <a:avLst/>
              <a:gdLst>
                <a:gd name="textAreaLeft" fmla="*/ -360 w 577080"/>
                <a:gd name="textAreaRight" fmla="*/ 577080 w 577080"/>
                <a:gd name="textAreaTop" fmla="*/ 0 h 1974240"/>
                <a:gd name="textAreaBottom" fmla="*/ 1974600 h 1974240"/>
              </a:gdLst>
              <a:ahLst/>
              <a:cxnLst/>
              <a:rect l="textAreaLeft" t="textAreaTop" r="textAreaRight" b="textAreaBottom"/>
              <a:pathLst>
                <a:path w="14079" h="48146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7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400" name="Google Shape;755;p18"/>
            <p:cNvGrpSpPr/>
            <p:nvPr/>
          </p:nvGrpSpPr>
          <p:grpSpPr>
            <a:xfrm>
              <a:off x="6993720" y="245880"/>
              <a:ext cx="4623120" cy="133560"/>
              <a:chOff x="6993720" y="245880"/>
              <a:chExt cx="4623120" cy="133560"/>
            </a:xfrm>
          </p:grpSpPr>
          <p:sp>
            <p:nvSpPr>
              <p:cNvPr id="401" name="Google Shape;756;p18"/>
              <p:cNvSpPr/>
              <p:nvPr/>
            </p:nvSpPr>
            <p:spPr>
              <a:xfrm flipH="1">
                <a:off x="6993360" y="24588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160" bIns="471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2" name="Google Shape;757;p18"/>
              <p:cNvSpPr/>
              <p:nvPr/>
            </p:nvSpPr>
            <p:spPr>
              <a:xfrm flipH="1">
                <a:off x="7023960" y="27612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cxnSp>
            <p:nvCxnSpPr>
              <p:cNvPr id="403" name="Google Shape;758;p18"/>
              <p:cNvCxnSpPr/>
              <p:nvPr/>
            </p:nvCxnSpPr>
            <p:spPr>
              <a:xfrm flipH="1">
                <a:off x="7089840" y="312840"/>
                <a:ext cx="4527360" cy="36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405" name="Google Shape;763;p19"/>
          <p:cNvGrpSpPr/>
          <p:nvPr/>
        </p:nvGrpSpPr>
        <p:grpSpPr>
          <a:xfrm>
            <a:off x="-96120" y="4888440"/>
            <a:ext cx="1590120" cy="87840"/>
            <a:chOff x="-96120" y="4888440"/>
            <a:chExt cx="1590120" cy="87840"/>
          </a:xfrm>
        </p:grpSpPr>
        <p:sp>
          <p:nvSpPr>
            <p:cNvPr id="406" name="Google Shape;764;p19"/>
            <p:cNvSpPr/>
            <p:nvPr/>
          </p:nvSpPr>
          <p:spPr>
            <a:xfrm rot="5400000">
              <a:off x="692640" y="4099320"/>
              <a:ext cx="12240" cy="159012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590120"/>
                <a:gd name="textAreaBottom" fmla="*/ 1590480 h 1590120"/>
              </a:gdLst>
              <a:ahLst/>
              <a:cxnLst/>
              <a:rect l="textAreaLeft" t="textAreaTop" r="textAreaRight" b="textAreaBottom"/>
              <a:pathLst>
                <a:path w="306" h="27731">
                  <a:moveTo>
                    <a:pt x="1" y="1"/>
                  </a:moveTo>
                  <a:lnTo>
                    <a:pt x="1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4700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7" name="Google Shape;765;p19"/>
            <p:cNvSpPr/>
            <p:nvPr/>
          </p:nvSpPr>
          <p:spPr>
            <a:xfrm rot="5400000">
              <a:off x="692640" y="4174920"/>
              <a:ext cx="12240" cy="159012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590120"/>
                <a:gd name="textAreaBottom" fmla="*/ 1590480 h 1590120"/>
              </a:gdLst>
              <a:ahLst/>
              <a:cxnLst/>
              <a:rect l="textAreaLeft" t="textAreaTop" r="textAreaRight" b="textAreaBottom"/>
              <a:pathLst>
                <a:path w="305" h="27731">
                  <a:moveTo>
                    <a:pt x="0" y="1"/>
                  </a:moveTo>
                  <a:lnTo>
                    <a:pt x="0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4700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08" name="Google Shape;766;p19"/>
          <p:cNvGrpSpPr/>
          <p:nvPr/>
        </p:nvGrpSpPr>
        <p:grpSpPr>
          <a:xfrm>
            <a:off x="6883560" y="1385640"/>
            <a:ext cx="4028040" cy="5283360"/>
            <a:chOff x="6883560" y="1385640"/>
            <a:chExt cx="4028040" cy="5283360"/>
          </a:xfrm>
        </p:grpSpPr>
        <p:sp>
          <p:nvSpPr>
            <p:cNvPr id="409" name="Google Shape;767;p19"/>
            <p:cNvSpPr/>
            <p:nvPr/>
          </p:nvSpPr>
          <p:spPr>
            <a:xfrm>
              <a:off x="6883560" y="1407600"/>
              <a:ext cx="4006080" cy="4748760"/>
            </a:xfrm>
            <a:custGeom>
              <a:avLst/>
              <a:gdLst>
                <a:gd name="textAreaLeft" fmla="*/ 0 w 4006080"/>
                <a:gd name="textAreaRight" fmla="*/ 4006440 w 4006080"/>
                <a:gd name="textAreaTop" fmla="*/ 0 h 4748760"/>
                <a:gd name="textAreaBottom" fmla="*/ 4749120 h 4748760"/>
              </a:gdLst>
              <a:ahLst/>
              <a:cxnLst/>
              <a:rect l="textAreaLeft" t="textAreaTop" r="textAreaRight" b="textAreaBottom"/>
              <a:pathLst>
                <a:path w="97678" h="115794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0" name="Google Shape;768;p19"/>
            <p:cNvSpPr/>
            <p:nvPr/>
          </p:nvSpPr>
          <p:spPr>
            <a:xfrm>
              <a:off x="7842240" y="1385640"/>
              <a:ext cx="2925000" cy="3057480"/>
            </a:xfrm>
            <a:custGeom>
              <a:avLst/>
              <a:gdLst>
                <a:gd name="textAreaLeft" fmla="*/ 0 w 2925000"/>
                <a:gd name="textAreaRight" fmla="*/ 2925360 w 2925000"/>
                <a:gd name="textAreaTop" fmla="*/ 0 h 3057480"/>
                <a:gd name="textAreaBottom" fmla="*/ 3057840 h 3057480"/>
              </a:gdLst>
              <a:ahLst/>
              <a:cxnLst/>
              <a:rect l="textAreaLeft" t="textAreaTop" r="textAreaRight" b="textAreaBottom"/>
              <a:pathLst>
                <a:path w="71320" h="7455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1" name="Google Shape;769;p19"/>
            <p:cNvSpPr/>
            <p:nvPr/>
          </p:nvSpPr>
          <p:spPr>
            <a:xfrm>
              <a:off x="7734240" y="2571840"/>
              <a:ext cx="1420560" cy="2832840"/>
            </a:xfrm>
            <a:custGeom>
              <a:avLst/>
              <a:gdLst>
                <a:gd name="textAreaLeft" fmla="*/ 0 w 1420560"/>
                <a:gd name="textAreaRight" fmla="*/ 1420920 w 1420560"/>
                <a:gd name="textAreaTop" fmla="*/ 0 h 2832840"/>
                <a:gd name="textAreaBottom" fmla="*/ 2833200 h 283284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2" name="Google Shape;770;p19"/>
            <p:cNvSpPr/>
            <p:nvPr/>
          </p:nvSpPr>
          <p:spPr>
            <a:xfrm>
              <a:off x="7758720" y="1550160"/>
              <a:ext cx="3152880" cy="5118840"/>
            </a:xfrm>
            <a:custGeom>
              <a:avLst/>
              <a:gdLst>
                <a:gd name="textAreaLeft" fmla="*/ 0 w 3152880"/>
                <a:gd name="textAreaRight" fmla="*/ 3153240 w 3152880"/>
                <a:gd name="textAreaTop" fmla="*/ 0 h 5118840"/>
                <a:gd name="textAreaBottom" fmla="*/ 5119200 h 511884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13" name="Google Shape;771;p19"/>
          <p:cNvGrpSpPr/>
          <p:nvPr/>
        </p:nvGrpSpPr>
        <p:grpSpPr>
          <a:xfrm>
            <a:off x="4597920" y="-1699200"/>
            <a:ext cx="5579640" cy="3202920"/>
            <a:chOff x="4597920" y="-1699200"/>
            <a:chExt cx="5579640" cy="3202920"/>
          </a:xfrm>
        </p:grpSpPr>
        <p:grpSp>
          <p:nvGrpSpPr>
            <p:cNvPr id="414" name="Google Shape;772;p19"/>
            <p:cNvGrpSpPr/>
            <p:nvPr/>
          </p:nvGrpSpPr>
          <p:grpSpPr>
            <a:xfrm>
              <a:off x="4696200" y="-306720"/>
              <a:ext cx="916200" cy="699840"/>
              <a:chOff x="4696200" y="-306720"/>
              <a:chExt cx="916200" cy="699840"/>
            </a:xfrm>
          </p:grpSpPr>
          <p:sp>
            <p:nvSpPr>
              <p:cNvPr id="415" name="Google Shape;773;p19"/>
              <p:cNvSpPr/>
              <p:nvPr/>
            </p:nvSpPr>
            <p:spPr>
              <a:xfrm>
                <a:off x="4899600" y="-25560"/>
                <a:ext cx="483480" cy="418680"/>
              </a:xfrm>
              <a:custGeom>
                <a:avLst/>
                <a:gdLst>
                  <a:gd name="textAreaLeft" fmla="*/ 0 w 483480"/>
                  <a:gd name="textAreaRight" fmla="*/ 483840 w 483480"/>
                  <a:gd name="textAreaTop" fmla="*/ 0 h 418680"/>
                  <a:gd name="textAreaBottom" fmla="*/ 419040 h 4186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6" name="Google Shape;774;p19"/>
              <p:cNvSpPr/>
              <p:nvPr/>
            </p:nvSpPr>
            <p:spPr>
              <a:xfrm>
                <a:off x="4696200" y="-267120"/>
                <a:ext cx="483480" cy="418680"/>
              </a:xfrm>
              <a:custGeom>
                <a:avLst/>
                <a:gdLst>
                  <a:gd name="textAreaLeft" fmla="*/ 0 w 483480"/>
                  <a:gd name="textAreaRight" fmla="*/ 483840 w 483480"/>
                  <a:gd name="textAreaTop" fmla="*/ 0 h 418680"/>
                  <a:gd name="textAreaBottom" fmla="*/ 419040 h 4186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7" name="Google Shape;775;p19"/>
              <p:cNvSpPr/>
              <p:nvPr/>
            </p:nvSpPr>
            <p:spPr>
              <a:xfrm>
                <a:off x="5128920" y="-306720"/>
                <a:ext cx="483480" cy="418680"/>
              </a:xfrm>
              <a:custGeom>
                <a:avLst/>
                <a:gdLst>
                  <a:gd name="textAreaLeft" fmla="*/ 0 w 483480"/>
                  <a:gd name="textAreaRight" fmla="*/ 483840 w 483480"/>
                  <a:gd name="textAreaTop" fmla="*/ 0 h 418680"/>
                  <a:gd name="textAreaBottom" fmla="*/ 419040 h 4186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pic>
          <p:nvPicPr>
            <p:cNvPr id="418" name="Google Shape;776;p19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>
              <a:off x="5980680" y="-1699200"/>
              <a:ext cx="4196880" cy="32029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19" name="Google Shape;777;p19"/>
            <p:cNvSpPr/>
            <p:nvPr/>
          </p:nvSpPr>
          <p:spPr>
            <a:xfrm rot="16200000">
              <a:off x="5359320" y="-121104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89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0" name="Google Shape;778;p19"/>
            <p:cNvSpPr/>
            <p:nvPr/>
          </p:nvSpPr>
          <p:spPr>
            <a:xfrm rot="16200000">
              <a:off x="5358600" y="-105156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421" name="Google Shape;779;p19"/>
            <p:cNvGrpSpPr/>
            <p:nvPr/>
          </p:nvGrpSpPr>
          <p:grpSpPr>
            <a:xfrm>
              <a:off x="8399520" y="57960"/>
              <a:ext cx="1493280" cy="87840"/>
              <a:chOff x="8399520" y="57960"/>
              <a:chExt cx="1493280" cy="87840"/>
            </a:xfrm>
          </p:grpSpPr>
          <p:sp>
            <p:nvSpPr>
              <p:cNvPr id="422" name="Google Shape;780;p19"/>
              <p:cNvSpPr/>
              <p:nvPr/>
            </p:nvSpPr>
            <p:spPr>
              <a:xfrm rot="16200000">
                <a:off x="9140040" y="-606600"/>
                <a:ext cx="12240" cy="149328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1493280"/>
                  <a:gd name="textAreaBottom" fmla="*/ 1493640 h 1493280"/>
                </a:gdLst>
                <a:ahLst/>
                <a:cxnLst/>
                <a:rect l="textAreaLeft" t="textAreaTop" r="textAreaRight" b="textAreaBottom"/>
                <a:pathLst>
                  <a:path w="306" h="27731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3" name="Google Shape;781;p19"/>
              <p:cNvSpPr/>
              <p:nvPr/>
            </p:nvSpPr>
            <p:spPr>
              <a:xfrm rot="16200000">
                <a:off x="9140040" y="-682200"/>
                <a:ext cx="12240" cy="149328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1493280"/>
                  <a:gd name="textAreaBottom" fmla="*/ 1493640 h 1493280"/>
                </a:gdLst>
                <a:ahLst/>
                <a:cxnLst/>
                <a:rect l="textAreaLeft" t="textAreaTop" r="textAreaRight" b="textAreaBottom"/>
                <a:pathLst>
                  <a:path w="305" h="27731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24" name="Google Shape;782;p19"/>
            <p:cNvGrpSpPr/>
            <p:nvPr/>
          </p:nvGrpSpPr>
          <p:grpSpPr>
            <a:xfrm>
              <a:off x="4695480" y="-185040"/>
              <a:ext cx="254520" cy="254880"/>
              <a:chOff x="4695480" y="-185040"/>
              <a:chExt cx="254520" cy="254880"/>
            </a:xfrm>
          </p:grpSpPr>
          <p:sp>
            <p:nvSpPr>
              <p:cNvPr id="425" name="Google Shape;783;p19"/>
              <p:cNvSpPr/>
              <p:nvPr/>
            </p:nvSpPr>
            <p:spPr>
              <a:xfrm>
                <a:off x="4695480" y="-18504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6" name="Google Shape;784;p19"/>
              <p:cNvSpPr/>
              <p:nvPr/>
            </p:nvSpPr>
            <p:spPr>
              <a:xfrm>
                <a:off x="4722840" y="-15768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7" name="Google Shape;785;p19"/>
              <p:cNvSpPr/>
              <p:nvPr/>
            </p:nvSpPr>
            <p:spPr>
              <a:xfrm>
                <a:off x="4750560" y="-12996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8" name="Google Shape;786;p19"/>
              <p:cNvSpPr/>
              <p:nvPr/>
            </p:nvSpPr>
            <p:spPr>
              <a:xfrm>
                <a:off x="4777920" y="-10260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9" name="Google Shape;787;p19"/>
              <p:cNvSpPr/>
              <p:nvPr/>
            </p:nvSpPr>
            <p:spPr>
              <a:xfrm>
                <a:off x="4805280" y="-7488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0" name="Google Shape;788;p19"/>
              <p:cNvSpPr/>
              <p:nvPr/>
            </p:nvSpPr>
            <p:spPr>
              <a:xfrm>
                <a:off x="4833000" y="-4716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1" name="Google Shape;789;p19"/>
              <p:cNvSpPr/>
              <p:nvPr/>
            </p:nvSpPr>
            <p:spPr>
              <a:xfrm>
                <a:off x="4860360" y="-1980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32" name="Google Shape;790;p19"/>
            <p:cNvGrpSpPr/>
            <p:nvPr/>
          </p:nvGrpSpPr>
          <p:grpSpPr>
            <a:xfrm>
              <a:off x="4597920" y="-25560"/>
              <a:ext cx="254880" cy="254520"/>
              <a:chOff x="4597920" y="-25560"/>
              <a:chExt cx="254880" cy="254520"/>
            </a:xfrm>
          </p:grpSpPr>
          <p:sp>
            <p:nvSpPr>
              <p:cNvPr id="433" name="Google Shape;791;p19"/>
              <p:cNvSpPr/>
              <p:nvPr/>
            </p:nvSpPr>
            <p:spPr>
              <a:xfrm>
                <a:off x="4597920" y="-2556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4" name="Google Shape;792;p19"/>
              <p:cNvSpPr/>
              <p:nvPr/>
            </p:nvSpPr>
            <p:spPr>
              <a:xfrm>
                <a:off x="4625280" y="180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5" name="Google Shape;793;p19"/>
              <p:cNvSpPr/>
              <p:nvPr/>
            </p:nvSpPr>
            <p:spPr>
              <a:xfrm>
                <a:off x="4653000" y="2916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6" name="Google Shape;794;p19"/>
              <p:cNvSpPr/>
              <p:nvPr/>
            </p:nvSpPr>
            <p:spPr>
              <a:xfrm>
                <a:off x="4680360" y="5688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7" name="Google Shape;795;p19"/>
              <p:cNvSpPr/>
              <p:nvPr/>
            </p:nvSpPr>
            <p:spPr>
              <a:xfrm>
                <a:off x="4708080" y="8460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8" name="Google Shape;796;p19"/>
              <p:cNvSpPr/>
              <p:nvPr/>
            </p:nvSpPr>
            <p:spPr>
              <a:xfrm>
                <a:off x="4735800" y="11196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9" name="Google Shape;797;p19"/>
              <p:cNvSpPr/>
              <p:nvPr/>
            </p:nvSpPr>
            <p:spPr>
              <a:xfrm>
                <a:off x="4763160" y="13932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44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PlaceHolder 1"/>
          <p:cNvSpPr>
            <a:spLocks noGrp="1"/>
          </p:cNvSpPr>
          <p:nvPr>
            <p:ph type="title"/>
          </p:nvPr>
        </p:nvSpPr>
        <p:spPr>
          <a:xfrm>
            <a:off x="720000" y="1566000"/>
            <a:ext cx="2798640" cy="76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442" name="Google Shape;801;p20"/>
          <p:cNvGrpSpPr/>
          <p:nvPr/>
        </p:nvGrpSpPr>
        <p:grpSpPr>
          <a:xfrm>
            <a:off x="-1623600" y="2499840"/>
            <a:ext cx="5118840" cy="4373640"/>
            <a:chOff x="-1623600" y="2499840"/>
            <a:chExt cx="5118840" cy="4373640"/>
          </a:xfrm>
        </p:grpSpPr>
        <p:pic>
          <p:nvPicPr>
            <p:cNvPr id="443" name="Google Shape;802;p20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 rot="16200000">
              <a:off x="-1827000" y="3417480"/>
              <a:ext cx="3920040" cy="299196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444" name="Google Shape;803;p20"/>
            <p:cNvGrpSpPr/>
            <p:nvPr/>
          </p:nvGrpSpPr>
          <p:grpSpPr>
            <a:xfrm>
              <a:off x="47520" y="4588560"/>
              <a:ext cx="480600" cy="480240"/>
              <a:chOff x="47520" y="4588560"/>
              <a:chExt cx="480600" cy="480240"/>
            </a:xfrm>
          </p:grpSpPr>
          <p:sp>
            <p:nvSpPr>
              <p:cNvPr id="445" name="Google Shape;804;p20"/>
              <p:cNvSpPr/>
              <p:nvPr/>
            </p:nvSpPr>
            <p:spPr>
              <a:xfrm rot="16200000">
                <a:off x="426600" y="4967280"/>
                <a:ext cx="101520" cy="101520"/>
              </a:xfrm>
              <a:custGeom>
                <a:avLst/>
                <a:gdLst>
                  <a:gd name="textAreaLeft" fmla="*/ 0 w 101520"/>
                  <a:gd name="textAreaRight" fmla="*/ 101880 w 10152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938" h="4937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46" name="Google Shape;805;p20"/>
              <p:cNvSpPr/>
              <p:nvPr/>
            </p:nvSpPr>
            <p:spPr>
              <a:xfrm rot="16200000">
                <a:off x="363240" y="4903920"/>
                <a:ext cx="101520" cy="101880"/>
              </a:xfrm>
              <a:custGeom>
                <a:avLst/>
                <a:gdLst>
                  <a:gd name="textAreaLeft" fmla="*/ 0 w 101520"/>
                  <a:gd name="textAreaRight" fmla="*/ 101880 w 101520"/>
                  <a:gd name="textAreaTop" fmla="*/ 0 h 101880"/>
                  <a:gd name="textAreaBottom" fmla="*/ 102240 h 1018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1120" bIns="511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47" name="Google Shape;806;p20"/>
              <p:cNvSpPr/>
              <p:nvPr/>
            </p:nvSpPr>
            <p:spPr>
              <a:xfrm rot="16200000">
                <a:off x="300240" y="4840920"/>
                <a:ext cx="101880" cy="101520"/>
              </a:xfrm>
              <a:custGeom>
                <a:avLst/>
                <a:gdLst>
                  <a:gd name="textAreaLeft" fmla="*/ 0 w 101880"/>
                  <a:gd name="textAreaRight" fmla="*/ 102240 w 10188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953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48" name="Google Shape;807;p20"/>
              <p:cNvSpPr/>
              <p:nvPr/>
            </p:nvSpPr>
            <p:spPr>
              <a:xfrm rot="16200000">
                <a:off x="236880" y="4777920"/>
                <a:ext cx="101880" cy="101520"/>
              </a:xfrm>
              <a:custGeom>
                <a:avLst/>
                <a:gdLst>
                  <a:gd name="textAreaLeft" fmla="*/ 0 w 101880"/>
                  <a:gd name="textAreaRight" fmla="*/ 102240 w 10188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953" h="4937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49" name="Google Shape;808;p20"/>
              <p:cNvSpPr/>
              <p:nvPr/>
            </p:nvSpPr>
            <p:spPr>
              <a:xfrm rot="16200000">
                <a:off x="174240" y="4714560"/>
                <a:ext cx="101520" cy="101520"/>
              </a:xfrm>
              <a:custGeom>
                <a:avLst/>
                <a:gdLst>
                  <a:gd name="textAreaLeft" fmla="*/ 0 w 101520"/>
                  <a:gd name="textAreaRight" fmla="*/ 101880 w 10152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937" h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50" name="Google Shape;809;p20"/>
              <p:cNvSpPr/>
              <p:nvPr/>
            </p:nvSpPr>
            <p:spPr>
              <a:xfrm rot="16200000">
                <a:off x="110880" y="4651560"/>
                <a:ext cx="101520" cy="101520"/>
              </a:xfrm>
              <a:custGeom>
                <a:avLst/>
                <a:gdLst>
                  <a:gd name="textAreaLeft" fmla="*/ 0 w 101520"/>
                  <a:gd name="textAreaRight" fmla="*/ 101880 w 10152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938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51" name="Google Shape;810;p20"/>
              <p:cNvSpPr/>
              <p:nvPr/>
            </p:nvSpPr>
            <p:spPr>
              <a:xfrm rot="16200000">
                <a:off x="47520" y="4588200"/>
                <a:ext cx="101520" cy="101880"/>
              </a:xfrm>
              <a:custGeom>
                <a:avLst/>
                <a:gdLst>
                  <a:gd name="textAreaLeft" fmla="*/ 0 w 101520"/>
                  <a:gd name="textAreaRight" fmla="*/ 101880 w 101520"/>
                  <a:gd name="textAreaTop" fmla="*/ 0 h 101880"/>
                  <a:gd name="textAreaBottom" fmla="*/ 102240 h 1018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1120" bIns="511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52" name="Google Shape;811;p20"/>
            <p:cNvGrpSpPr/>
            <p:nvPr/>
          </p:nvGrpSpPr>
          <p:grpSpPr>
            <a:xfrm>
              <a:off x="-1623600" y="3062880"/>
              <a:ext cx="5118840" cy="3152880"/>
              <a:chOff x="-1623600" y="3062880"/>
              <a:chExt cx="5118840" cy="3152880"/>
            </a:xfrm>
          </p:grpSpPr>
          <p:sp>
            <p:nvSpPr>
              <p:cNvPr id="453" name="Google Shape;812;p20"/>
              <p:cNvSpPr/>
              <p:nvPr/>
            </p:nvSpPr>
            <p:spPr>
              <a:xfrm rot="16200000">
                <a:off x="-640440" y="2079720"/>
                <a:ext cx="3152880" cy="5118840"/>
              </a:xfrm>
              <a:custGeom>
                <a:avLst/>
                <a:gdLst>
                  <a:gd name="textAreaLeft" fmla="*/ 0 w 3152880"/>
                  <a:gd name="textAreaRight" fmla="*/ 3153240 w 3152880"/>
                  <a:gd name="textAreaTop" fmla="*/ 0 h 5118840"/>
                  <a:gd name="textAreaBottom" fmla="*/ 5119200 h 5118840"/>
                </a:gdLst>
                <a:ahLst/>
                <a:cxnLst/>
                <a:rect l="textAreaLeft" t="textAreaTop" r="textAreaRight" b="textAreaBottom"/>
                <a:pathLst>
                  <a:path w="76882" h="124813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454" name="Google Shape;813;p20"/>
              <p:cNvGrpSpPr/>
              <p:nvPr/>
            </p:nvGrpSpPr>
            <p:grpSpPr>
              <a:xfrm>
                <a:off x="1063440" y="4663080"/>
                <a:ext cx="133560" cy="133560"/>
                <a:chOff x="1063440" y="4663080"/>
                <a:chExt cx="133560" cy="133560"/>
              </a:xfrm>
            </p:grpSpPr>
            <p:sp>
              <p:nvSpPr>
                <p:cNvPr id="455" name="Google Shape;814;p20"/>
                <p:cNvSpPr/>
                <p:nvPr/>
              </p:nvSpPr>
              <p:spPr>
                <a:xfrm rot="16200000">
                  <a:off x="1063440" y="466308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160" bIns="471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56" name="Google Shape;815;p20"/>
                <p:cNvSpPr/>
                <p:nvPr/>
              </p:nvSpPr>
              <p:spPr>
                <a:xfrm rot="16200000">
                  <a:off x="1082160" y="468216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457" name="Google Shape;816;p20"/>
              <p:cNvGrpSpPr/>
              <p:nvPr/>
            </p:nvGrpSpPr>
            <p:grpSpPr>
              <a:xfrm>
                <a:off x="689400" y="5047200"/>
                <a:ext cx="133560" cy="133560"/>
                <a:chOff x="689400" y="5047200"/>
                <a:chExt cx="133560" cy="133560"/>
              </a:xfrm>
            </p:grpSpPr>
            <p:sp>
              <p:nvSpPr>
                <p:cNvPr id="458" name="Google Shape;817;p20"/>
                <p:cNvSpPr/>
                <p:nvPr/>
              </p:nvSpPr>
              <p:spPr>
                <a:xfrm rot="16200000">
                  <a:off x="689400" y="504720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160" bIns="471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59" name="Google Shape;818;p20"/>
                <p:cNvSpPr/>
                <p:nvPr/>
              </p:nvSpPr>
              <p:spPr>
                <a:xfrm rot="16200000">
                  <a:off x="708480" y="506592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460" name="Google Shape;819;p20"/>
              <p:cNvGrpSpPr/>
              <p:nvPr/>
            </p:nvGrpSpPr>
            <p:grpSpPr>
              <a:xfrm>
                <a:off x="3240" y="4053600"/>
                <a:ext cx="133560" cy="133560"/>
                <a:chOff x="3240" y="4053600"/>
                <a:chExt cx="133560" cy="133560"/>
              </a:xfrm>
            </p:grpSpPr>
            <p:sp>
              <p:nvSpPr>
                <p:cNvPr id="461" name="Google Shape;820;p20"/>
                <p:cNvSpPr/>
                <p:nvPr/>
              </p:nvSpPr>
              <p:spPr>
                <a:xfrm rot="16200000">
                  <a:off x="3240" y="405360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160" bIns="471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62" name="Google Shape;821;p20"/>
                <p:cNvSpPr/>
                <p:nvPr/>
              </p:nvSpPr>
              <p:spPr>
                <a:xfrm rot="16200000">
                  <a:off x="22320" y="407268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sp>
          <p:nvSpPr>
            <p:cNvPr id="463" name="Google Shape;822;p20"/>
            <p:cNvSpPr/>
            <p:nvPr/>
          </p:nvSpPr>
          <p:spPr>
            <a:xfrm>
              <a:off x="-706320" y="2499840"/>
              <a:ext cx="1030680" cy="2751840"/>
            </a:xfrm>
            <a:custGeom>
              <a:avLst/>
              <a:gdLst>
                <a:gd name="textAreaLeft" fmla="*/ 0 w 1030680"/>
                <a:gd name="textAreaRight" fmla="*/ 1031040 w 1030680"/>
                <a:gd name="textAreaTop" fmla="*/ 0 h 2751840"/>
                <a:gd name="textAreaBottom" fmla="*/ 2752200 h 275184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464" name="Google Shape;823;p20"/>
            <p:cNvGrpSpPr/>
            <p:nvPr/>
          </p:nvGrpSpPr>
          <p:grpSpPr>
            <a:xfrm>
              <a:off x="-1008720" y="4443840"/>
              <a:ext cx="2151360" cy="87840"/>
              <a:chOff x="-1008720" y="4443840"/>
              <a:chExt cx="2151360" cy="87840"/>
            </a:xfrm>
          </p:grpSpPr>
          <p:sp>
            <p:nvSpPr>
              <p:cNvPr id="465" name="Google Shape;824;p20"/>
              <p:cNvSpPr/>
              <p:nvPr/>
            </p:nvSpPr>
            <p:spPr>
              <a:xfrm rot="16200000">
                <a:off x="60840" y="3449880"/>
                <a:ext cx="12240" cy="215136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2151360"/>
                  <a:gd name="textAreaBottom" fmla="*/ 2151720 h 2151360"/>
                </a:gdLst>
                <a:ahLst/>
                <a:cxnLst/>
                <a:rect l="textAreaLeft" t="textAreaTop" r="textAreaRight" b="textAreaBottom"/>
                <a:pathLst>
                  <a:path w="306" h="27731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66" name="Google Shape;825;p20"/>
              <p:cNvSpPr/>
              <p:nvPr/>
            </p:nvSpPr>
            <p:spPr>
              <a:xfrm rot="16200000">
                <a:off x="60840" y="3374280"/>
                <a:ext cx="12240" cy="215136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2151360"/>
                  <a:gd name="textAreaBottom" fmla="*/ 2151720 h 2151360"/>
                </a:gdLst>
                <a:ahLst/>
                <a:cxnLst/>
                <a:rect l="textAreaLeft" t="textAreaTop" r="textAreaRight" b="textAreaBottom"/>
                <a:pathLst>
                  <a:path w="305" h="27731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67" name="Google Shape;826;p20"/>
            <p:cNvGrpSpPr/>
            <p:nvPr/>
          </p:nvGrpSpPr>
          <p:grpSpPr>
            <a:xfrm>
              <a:off x="-1136520" y="4683600"/>
              <a:ext cx="2151360" cy="87840"/>
              <a:chOff x="-1136520" y="4683600"/>
              <a:chExt cx="2151360" cy="87840"/>
            </a:xfrm>
          </p:grpSpPr>
          <p:sp>
            <p:nvSpPr>
              <p:cNvPr id="468" name="Google Shape;827;p20"/>
              <p:cNvSpPr/>
              <p:nvPr/>
            </p:nvSpPr>
            <p:spPr>
              <a:xfrm rot="16200000">
                <a:off x="-66960" y="3689640"/>
                <a:ext cx="12240" cy="215136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2151360"/>
                  <a:gd name="textAreaBottom" fmla="*/ 2151720 h 2151360"/>
                </a:gdLst>
                <a:ahLst/>
                <a:cxnLst/>
                <a:rect l="textAreaLeft" t="textAreaTop" r="textAreaRight" b="textAreaBottom"/>
                <a:pathLst>
                  <a:path w="306" h="27731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40000">
                    <a:srgbClr val="FF9900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69" name="Google Shape;828;p20"/>
              <p:cNvSpPr/>
              <p:nvPr/>
            </p:nvSpPr>
            <p:spPr>
              <a:xfrm rot="16200000">
                <a:off x="-66960" y="3614040"/>
                <a:ext cx="12240" cy="215136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2151360"/>
                  <a:gd name="textAreaBottom" fmla="*/ 2151720 h 2151360"/>
                </a:gdLst>
                <a:ahLst/>
                <a:cxnLst/>
                <a:rect l="textAreaLeft" t="textAreaTop" r="textAreaRight" b="textAreaBottom"/>
                <a:pathLst>
                  <a:path w="305" h="27731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40000">
                    <a:srgbClr val="FF9900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470" name="Google Shape;829;p20"/>
          <p:cNvGrpSpPr/>
          <p:nvPr/>
        </p:nvGrpSpPr>
        <p:grpSpPr>
          <a:xfrm>
            <a:off x="7628040" y="-1420200"/>
            <a:ext cx="3213720" cy="3920040"/>
            <a:chOff x="7628040" y="-1420200"/>
            <a:chExt cx="3213720" cy="3920040"/>
          </a:xfrm>
        </p:grpSpPr>
        <p:pic>
          <p:nvPicPr>
            <p:cNvPr id="471" name="Google Shape;830;p20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 rot="16200000">
              <a:off x="7385760" y="-956160"/>
              <a:ext cx="3920040" cy="29919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72" name="Google Shape;831;p20"/>
            <p:cNvSpPr/>
            <p:nvPr/>
          </p:nvSpPr>
          <p:spPr>
            <a:xfrm rot="5400000">
              <a:off x="8389440" y="-37116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3" name="Google Shape;832;p20"/>
            <p:cNvSpPr/>
            <p:nvPr/>
          </p:nvSpPr>
          <p:spPr>
            <a:xfrm rot="5400000">
              <a:off x="8390160" y="-53028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4" name="Google Shape;833;p20"/>
            <p:cNvSpPr/>
            <p:nvPr/>
          </p:nvSpPr>
          <p:spPr>
            <a:xfrm rot="16200000">
              <a:off x="7625520" y="-99720"/>
              <a:ext cx="480600" cy="475560"/>
            </a:xfrm>
            <a:custGeom>
              <a:avLst/>
              <a:gdLst>
                <a:gd name="textAreaLeft" fmla="*/ 0 w 480600"/>
                <a:gd name="textAreaRight" fmla="*/ 480960 w 480600"/>
                <a:gd name="textAreaTop" fmla="*/ 0 h 475560"/>
                <a:gd name="textAreaBottom" fmla="*/ 475920 h 475560"/>
              </a:gdLst>
              <a:ahLst/>
              <a:cxnLst/>
              <a:rect l="textAreaLeft" t="textAreaTop" r="textAreaRight" b="textAreaBottom"/>
              <a:pathLst>
                <a:path w="36171" h="3579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>
                    <a:alpha val="47000"/>
                  </a:srgbClr>
                </a:gs>
                <a:gs pos="78000">
                  <a:srgbClr val="F5F8FF">
                    <a:alpha val="47000"/>
                  </a:srgbClr>
                </a:gs>
                <a:gs pos="100000">
                  <a:srgbClr val="F5F8FF">
                    <a:alpha val="4700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475" name="Google Shape;834;p20"/>
            <p:cNvGrpSpPr/>
            <p:nvPr/>
          </p:nvGrpSpPr>
          <p:grpSpPr>
            <a:xfrm>
              <a:off x="8277480" y="-228240"/>
              <a:ext cx="1650960" cy="699840"/>
              <a:chOff x="8277480" y="-228240"/>
              <a:chExt cx="1650960" cy="699840"/>
            </a:xfrm>
          </p:grpSpPr>
          <p:sp>
            <p:nvSpPr>
              <p:cNvPr id="476" name="Google Shape;835;p20"/>
              <p:cNvSpPr/>
              <p:nvPr/>
            </p:nvSpPr>
            <p:spPr>
              <a:xfrm rot="16200000">
                <a:off x="8542800" y="-276480"/>
                <a:ext cx="482760" cy="1013400"/>
              </a:xfrm>
              <a:custGeom>
                <a:avLst/>
                <a:gdLst>
                  <a:gd name="textAreaLeft" fmla="*/ 0 w 482760"/>
                  <a:gd name="textAreaRight" fmla="*/ 483120 w 482760"/>
                  <a:gd name="textAreaTop" fmla="*/ 0 h 1013400"/>
                  <a:gd name="textAreaBottom" fmla="*/ 1013760 h 1013400"/>
                </a:gdLst>
                <a:ahLst/>
                <a:cxnLst/>
                <a:rect l="textAreaLeft" t="textAreaTop" r="textAreaRight" b="textAreaBottom"/>
                <a:pathLst>
                  <a:path w="11779" h="24714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77" name="Google Shape;836;p20"/>
              <p:cNvSpPr/>
              <p:nvPr/>
            </p:nvSpPr>
            <p:spPr>
              <a:xfrm rot="16200000">
                <a:off x="9191880" y="-625320"/>
                <a:ext cx="246600" cy="122652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78" name="Google Shape;837;p20"/>
              <p:cNvSpPr/>
              <p:nvPr/>
            </p:nvSpPr>
            <p:spPr>
              <a:xfrm rot="16200000">
                <a:off x="9098640" y="-717840"/>
                <a:ext cx="246600" cy="122652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79" name="Google Shape;838;p20"/>
            <p:cNvGrpSpPr/>
            <p:nvPr/>
          </p:nvGrpSpPr>
          <p:grpSpPr>
            <a:xfrm>
              <a:off x="9087120" y="-40320"/>
              <a:ext cx="725760" cy="904320"/>
              <a:chOff x="9087120" y="-40320"/>
              <a:chExt cx="725760" cy="904320"/>
            </a:xfrm>
          </p:grpSpPr>
          <p:sp>
            <p:nvSpPr>
              <p:cNvPr id="480" name="Google Shape;839;p20"/>
              <p:cNvSpPr/>
              <p:nvPr/>
            </p:nvSpPr>
            <p:spPr>
              <a:xfrm rot="16200000">
                <a:off x="9185040" y="4680"/>
                <a:ext cx="672840" cy="582480"/>
              </a:xfrm>
              <a:custGeom>
                <a:avLst/>
                <a:gdLst>
                  <a:gd name="textAreaLeft" fmla="*/ 0 w 672840"/>
                  <a:gd name="textAreaRight" fmla="*/ 673200 w 672840"/>
                  <a:gd name="textAreaTop" fmla="*/ 0 h 582480"/>
                  <a:gd name="textAreaBottom" fmla="*/ 582840 h 5824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81" name="Google Shape;840;p20"/>
              <p:cNvSpPr/>
              <p:nvPr/>
            </p:nvSpPr>
            <p:spPr>
              <a:xfrm rot="16200000">
                <a:off x="9054720" y="19620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82" name="Google Shape;841;p20"/>
              <p:cNvSpPr/>
              <p:nvPr/>
            </p:nvSpPr>
            <p:spPr>
              <a:xfrm rot="16200000">
                <a:off x="9198000" y="41544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PlaceHolder 1"/>
          <p:cNvSpPr>
            <a:spLocks noGrp="1"/>
          </p:cNvSpPr>
          <p:nvPr>
            <p:ph type="title"/>
          </p:nvPr>
        </p:nvSpPr>
        <p:spPr>
          <a:xfrm>
            <a:off x="720000" y="2079360"/>
            <a:ext cx="559764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84" name="PlaceHolder 2"/>
          <p:cNvSpPr>
            <a:spLocks noGrp="1"/>
          </p:cNvSpPr>
          <p:nvPr>
            <p:ph type="title"/>
          </p:nvPr>
        </p:nvSpPr>
        <p:spPr>
          <a:xfrm>
            <a:off x="720000" y="1025640"/>
            <a:ext cx="1702080" cy="993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200" b="1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xx%</a:t>
            </a:r>
            <a:endParaRPr lang="fr-FR" sz="6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485" name="Google Shape;99;p3"/>
          <p:cNvGrpSpPr/>
          <p:nvPr/>
        </p:nvGrpSpPr>
        <p:grpSpPr>
          <a:xfrm>
            <a:off x="-538920" y="-1717200"/>
            <a:ext cx="4167000" cy="4161240"/>
            <a:chOff x="-538920" y="-1717200"/>
            <a:chExt cx="4167000" cy="4161240"/>
          </a:xfrm>
        </p:grpSpPr>
        <p:grpSp>
          <p:nvGrpSpPr>
            <p:cNvPr id="486" name="Google Shape;100;p3"/>
            <p:cNvGrpSpPr/>
            <p:nvPr/>
          </p:nvGrpSpPr>
          <p:grpSpPr>
            <a:xfrm>
              <a:off x="-538920" y="-385560"/>
              <a:ext cx="1740960" cy="1288080"/>
              <a:chOff x="-538920" y="-385560"/>
              <a:chExt cx="1740960" cy="1288080"/>
            </a:xfrm>
          </p:grpSpPr>
          <p:sp>
            <p:nvSpPr>
              <p:cNvPr id="487" name="Google Shape;101;p3"/>
              <p:cNvSpPr/>
              <p:nvPr/>
            </p:nvSpPr>
            <p:spPr>
              <a:xfrm rot="2700000">
                <a:off x="-360000" y="-186840"/>
                <a:ext cx="930600" cy="891000"/>
              </a:xfrm>
              <a:custGeom>
                <a:avLst/>
                <a:gdLst>
                  <a:gd name="textAreaLeft" fmla="*/ 0 w 930600"/>
                  <a:gd name="textAreaRight" fmla="*/ 930960 w 930600"/>
                  <a:gd name="textAreaTop" fmla="*/ 0 h 891000"/>
                  <a:gd name="textAreaBottom" fmla="*/ 891360 h 89100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r="100000" b="10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88" name="Google Shape;102;p3"/>
              <p:cNvSpPr/>
              <p:nvPr/>
            </p:nvSpPr>
            <p:spPr>
              <a:xfrm rot="2700000">
                <a:off x="92520" y="-186840"/>
                <a:ext cx="930600" cy="891000"/>
              </a:xfrm>
              <a:custGeom>
                <a:avLst/>
                <a:gdLst>
                  <a:gd name="textAreaLeft" fmla="*/ 0 w 930600"/>
                  <a:gd name="textAreaRight" fmla="*/ 930960 w 930600"/>
                  <a:gd name="textAreaTop" fmla="*/ 0 h 891000"/>
                  <a:gd name="textAreaBottom" fmla="*/ 891360 h 89100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r="100000" b="10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89" name="Google Shape;103;p3"/>
            <p:cNvGrpSpPr/>
            <p:nvPr/>
          </p:nvGrpSpPr>
          <p:grpSpPr>
            <a:xfrm>
              <a:off x="201240" y="-185040"/>
              <a:ext cx="207720" cy="1824480"/>
              <a:chOff x="201240" y="-185040"/>
              <a:chExt cx="207720" cy="1824480"/>
            </a:xfrm>
          </p:grpSpPr>
          <p:sp>
            <p:nvSpPr>
              <p:cNvPr id="490" name="Google Shape;104;p3"/>
              <p:cNvSpPr/>
              <p:nvPr/>
            </p:nvSpPr>
            <p:spPr>
              <a:xfrm>
                <a:off x="201240" y="-185040"/>
                <a:ext cx="12240" cy="182448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1824480"/>
                  <a:gd name="textAreaBottom" fmla="*/ 1824840 h 1824480"/>
                </a:gdLst>
                <a:ahLst/>
                <a:cxnLst/>
                <a:rect l="textAreaLeft" t="textAreaTop" r="textAreaRight" b="textAreaBottom"/>
                <a:pathLst>
                  <a:path w="306" h="27731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91" name="Google Shape;105;p3"/>
              <p:cNvSpPr/>
              <p:nvPr/>
            </p:nvSpPr>
            <p:spPr>
              <a:xfrm>
                <a:off x="396720" y="-185040"/>
                <a:ext cx="12240" cy="182448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1824480"/>
                  <a:gd name="textAreaBottom" fmla="*/ 1824840 h 1824480"/>
                </a:gdLst>
                <a:ahLst/>
                <a:cxnLst/>
                <a:rect l="textAreaLeft" t="textAreaTop" r="textAreaRight" b="textAreaBottom"/>
                <a:pathLst>
                  <a:path w="305" h="27731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92" name="Google Shape;106;p3"/>
            <p:cNvGrpSpPr/>
            <p:nvPr/>
          </p:nvGrpSpPr>
          <p:grpSpPr>
            <a:xfrm>
              <a:off x="396720" y="-169920"/>
              <a:ext cx="699120" cy="478080"/>
              <a:chOff x="396720" y="-169920"/>
              <a:chExt cx="699120" cy="478080"/>
            </a:xfrm>
          </p:grpSpPr>
          <p:grpSp>
            <p:nvGrpSpPr>
              <p:cNvPr id="493" name="Google Shape;107;p3"/>
              <p:cNvGrpSpPr/>
              <p:nvPr/>
            </p:nvGrpSpPr>
            <p:grpSpPr>
              <a:xfrm>
                <a:off x="396720" y="-169920"/>
                <a:ext cx="478080" cy="478080"/>
                <a:chOff x="396720" y="-169920"/>
                <a:chExt cx="478080" cy="478080"/>
              </a:xfrm>
            </p:grpSpPr>
            <p:sp>
              <p:nvSpPr>
                <p:cNvPr id="494" name="Google Shape;108;p3"/>
                <p:cNvSpPr/>
                <p:nvPr/>
              </p:nvSpPr>
              <p:spPr>
                <a:xfrm rot="2700000">
                  <a:off x="462960" y="-96120"/>
                  <a:ext cx="345240" cy="330840"/>
                </a:xfrm>
                <a:custGeom>
                  <a:avLst/>
                  <a:gdLst>
                    <a:gd name="textAreaLeft" fmla="*/ 0 w 345240"/>
                    <a:gd name="textAreaRight" fmla="*/ 345600 w 345240"/>
                    <a:gd name="textAreaTop" fmla="*/ 0 h 330840"/>
                    <a:gd name="textAreaBottom" fmla="*/ 331200 h 33084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9900FF">
                        <a:alpha val="29000"/>
                      </a:srgbClr>
                    </a:gs>
                  </a:gsLst>
                  <a:path path="circle">
                    <a:fillToRect r="100000" b="10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495" name="Google Shape;109;p3"/>
                <p:cNvGrpSpPr/>
                <p:nvPr/>
              </p:nvGrpSpPr>
              <p:grpSpPr>
                <a:xfrm>
                  <a:off x="441720" y="-68760"/>
                  <a:ext cx="387360" cy="222840"/>
                  <a:chOff x="441720" y="-68760"/>
                  <a:chExt cx="387360" cy="222840"/>
                </a:xfrm>
              </p:grpSpPr>
              <p:sp>
                <p:nvSpPr>
                  <p:cNvPr id="496" name="Google Shape;110;p3"/>
                  <p:cNvSpPr/>
                  <p:nvPr/>
                </p:nvSpPr>
                <p:spPr>
                  <a:xfrm rot="2700000">
                    <a:off x="474480" y="-36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497" name="Google Shape;111;p3"/>
                  <p:cNvSpPr/>
                  <p:nvPr/>
                </p:nvSpPr>
                <p:spPr>
                  <a:xfrm rot="2700000">
                    <a:off x="556560" y="-36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498" name="Google Shape;112;p3"/>
                  <p:cNvSpPr/>
                  <p:nvPr/>
                </p:nvSpPr>
                <p:spPr>
                  <a:xfrm rot="2700000">
                    <a:off x="597600" y="-36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499" name="Google Shape;113;p3"/>
                  <p:cNvSpPr/>
                  <p:nvPr/>
                </p:nvSpPr>
                <p:spPr>
                  <a:xfrm rot="2700000">
                    <a:off x="515520" y="-36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00" name="Google Shape;114;p3"/>
                  <p:cNvSpPr/>
                  <p:nvPr/>
                </p:nvSpPr>
                <p:spPr>
                  <a:xfrm rot="2700000">
                    <a:off x="638640" y="-36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501" name="Google Shape;115;p3"/>
              <p:cNvSpPr/>
              <p:nvPr/>
            </p:nvSpPr>
            <p:spPr>
              <a:xfrm rot="18900000">
                <a:off x="727920" y="-90000"/>
                <a:ext cx="324360" cy="257760"/>
              </a:xfrm>
              <a:custGeom>
                <a:avLst/>
                <a:gdLst>
                  <a:gd name="textAreaLeft" fmla="*/ 0 w 324360"/>
                  <a:gd name="textAreaRight" fmla="*/ 324720 w 324360"/>
                  <a:gd name="textAreaTop" fmla="*/ 0 h 257760"/>
                  <a:gd name="textAreaBottom" fmla="*/ 258120 h 2577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02" name="Google Shape;116;p3"/>
            <p:cNvGrpSpPr/>
            <p:nvPr/>
          </p:nvGrpSpPr>
          <p:grpSpPr>
            <a:xfrm>
              <a:off x="911160" y="-133200"/>
              <a:ext cx="591840" cy="404640"/>
              <a:chOff x="911160" y="-133200"/>
              <a:chExt cx="591840" cy="404640"/>
            </a:xfrm>
          </p:grpSpPr>
          <p:grpSp>
            <p:nvGrpSpPr>
              <p:cNvPr id="503" name="Google Shape;117;p3"/>
              <p:cNvGrpSpPr/>
              <p:nvPr/>
            </p:nvGrpSpPr>
            <p:grpSpPr>
              <a:xfrm>
                <a:off x="911160" y="-133200"/>
                <a:ext cx="404640" cy="404640"/>
                <a:chOff x="911160" y="-133200"/>
                <a:chExt cx="404640" cy="404640"/>
              </a:xfrm>
            </p:grpSpPr>
            <p:sp>
              <p:nvSpPr>
                <p:cNvPr id="504" name="Google Shape;118;p3"/>
                <p:cNvSpPr/>
                <p:nvPr/>
              </p:nvSpPr>
              <p:spPr>
                <a:xfrm rot="2700000">
                  <a:off x="967320" y="-70560"/>
                  <a:ext cx="292320" cy="280080"/>
                </a:xfrm>
                <a:custGeom>
                  <a:avLst/>
                  <a:gdLst>
                    <a:gd name="textAreaLeft" fmla="*/ 0 w 292320"/>
                    <a:gd name="textAreaRight" fmla="*/ 292680 w 292320"/>
                    <a:gd name="textAreaTop" fmla="*/ 0 h 280080"/>
                    <a:gd name="textAreaBottom" fmla="*/ 280440 h 28008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9900FF">
                        <a:alpha val="29000"/>
                      </a:srgbClr>
                    </a:gs>
                  </a:gsLst>
                  <a:path path="circle">
                    <a:fillToRect r="100000" b="10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505" name="Google Shape;119;p3"/>
                <p:cNvGrpSpPr/>
                <p:nvPr/>
              </p:nvGrpSpPr>
              <p:grpSpPr>
                <a:xfrm>
                  <a:off x="948960" y="-47880"/>
                  <a:ext cx="327600" cy="189360"/>
                  <a:chOff x="948960" y="-47880"/>
                  <a:chExt cx="327600" cy="189360"/>
                </a:xfrm>
              </p:grpSpPr>
              <p:sp>
                <p:nvSpPr>
                  <p:cNvPr id="506" name="Google Shape;120;p3"/>
                  <p:cNvSpPr/>
                  <p:nvPr/>
                </p:nvSpPr>
                <p:spPr>
                  <a:xfrm rot="2700000">
                    <a:off x="976320" y="-20160"/>
                    <a:ext cx="133560" cy="133560"/>
                  </a:xfrm>
                  <a:custGeom>
                    <a:avLst/>
                    <a:gdLst>
                      <a:gd name="textAreaLeft" fmla="*/ 0 w 133560"/>
                      <a:gd name="textAreaRight" fmla="*/ 133920 w 133560"/>
                      <a:gd name="textAreaTop" fmla="*/ 0 h 133560"/>
                      <a:gd name="textAreaBottom" fmla="*/ 133920 h 1335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6960" bIns="669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07" name="Google Shape;121;p3"/>
                  <p:cNvSpPr/>
                  <p:nvPr/>
                </p:nvSpPr>
                <p:spPr>
                  <a:xfrm rot="2700000">
                    <a:off x="1046160" y="-20160"/>
                    <a:ext cx="133560" cy="133560"/>
                  </a:xfrm>
                  <a:custGeom>
                    <a:avLst/>
                    <a:gdLst>
                      <a:gd name="textAreaLeft" fmla="*/ 0 w 133560"/>
                      <a:gd name="textAreaRight" fmla="*/ 133920 w 133560"/>
                      <a:gd name="textAreaTop" fmla="*/ 0 h 133560"/>
                      <a:gd name="textAreaBottom" fmla="*/ 133920 h 1335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6960" bIns="669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08" name="Google Shape;122;p3"/>
                  <p:cNvSpPr/>
                  <p:nvPr/>
                </p:nvSpPr>
                <p:spPr>
                  <a:xfrm rot="2700000">
                    <a:off x="1080720" y="-20160"/>
                    <a:ext cx="133560" cy="133560"/>
                  </a:xfrm>
                  <a:custGeom>
                    <a:avLst/>
                    <a:gdLst>
                      <a:gd name="textAreaLeft" fmla="*/ 0 w 133560"/>
                      <a:gd name="textAreaRight" fmla="*/ 133920 w 133560"/>
                      <a:gd name="textAreaTop" fmla="*/ 0 h 133560"/>
                      <a:gd name="textAreaBottom" fmla="*/ 133920 h 1335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6960" bIns="669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09" name="Google Shape;123;p3"/>
                  <p:cNvSpPr/>
                  <p:nvPr/>
                </p:nvSpPr>
                <p:spPr>
                  <a:xfrm rot="2700000">
                    <a:off x="1011240" y="-19800"/>
                    <a:ext cx="133560" cy="133560"/>
                  </a:xfrm>
                  <a:custGeom>
                    <a:avLst/>
                    <a:gdLst>
                      <a:gd name="textAreaLeft" fmla="*/ 0 w 133560"/>
                      <a:gd name="textAreaRight" fmla="*/ 133920 w 133560"/>
                      <a:gd name="textAreaTop" fmla="*/ 0 h 133560"/>
                      <a:gd name="textAreaBottom" fmla="*/ 133920 h 1335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6960" bIns="669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10" name="Google Shape;124;p3"/>
                  <p:cNvSpPr/>
                  <p:nvPr/>
                </p:nvSpPr>
                <p:spPr>
                  <a:xfrm rot="2700000">
                    <a:off x="1115280" y="-19800"/>
                    <a:ext cx="133560" cy="133560"/>
                  </a:xfrm>
                  <a:custGeom>
                    <a:avLst/>
                    <a:gdLst>
                      <a:gd name="textAreaLeft" fmla="*/ 0 w 133560"/>
                      <a:gd name="textAreaRight" fmla="*/ 133920 w 133560"/>
                      <a:gd name="textAreaTop" fmla="*/ 0 h 133560"/>
                      <a:gd name="textAreaBottom" fmla="*/ 133920 h 1335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6960" bIns="669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511" name="Google Shape;125;p3"/>
              <p:cNvSpPr/>
              <p:nvPr/>
            </p:nvSpPr>
            <p:spPr>
              <a:xfrm rot="18900000">
                <a:off x="1191240" y="-65520"/>
                <a:ext cx="274680" cy="218160"/>
              </a:xfrm>
              <a:custGeom>
                <a:avLst/>
                <a:gdLst>
                  <a:gd name="textAreaLeft" fmla="*/ 0 w 274680"/>
                  <a:gd name="textAreaRight" fmla="*/ 275040 w 274680"/>
                  <a:gd name="textAreaTop" fmla="*/ 0 h 218160"/>
                  <a:gd name="textAreaBottom" fmla="*/ 218520 h 2181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12" name="Google Shape;126;p3"/>
            <p:cNvGrpSpPr/>
            <p:nvPr/>
          </p:nvGrpSpPr>
          <p:grpSpPr>
            <a:xfrm>
              <a:off x="-44640" y="488160"/>
              <a:ext cx="699120" cy="478080"/>
              <a:chOff x="-44640" y="488160"/>
              <a:chExt cx="699120" cy="478080"/>
            </a:xfrm>
          </p:grpSpPr>
          <p:grpSp>
            <p:nvGrpSpPr>
              <p:cNvPr id="513" name="Google Shape;127;p3"/>
              <p:cNvGrpSpPr/>
              <p:nvPr/>
            </p:nvGrpSpPr>
            <p:grpSpPr>
              <a:xfrm>
                <a:off x="-44640" y="488160"/>
                <a:ext cx="478080" cy="478080"/>
                <a:chOff x="-44640" y="488160"/>
                <a:chExt cx="478080" cy="478080"/>
              </a:xfrm>
            </p:grpSpPr>
            <p:sp>
              <p:nvSpPr>
                <p:cNvPr id="514" name="Google Shape;128;p3"/>
                <p:cNvSpPr/>
                <p:nvPr/>
              </p:nvSpPr>
              <p:spPr>
                <a:xfrm rot="2700000">
                  <a:off x="21600" y="561600"/>
                  <a:ext cx="345240" cy="330840"/>
                </a:xfrm>
                <a:custGeom>
                  <a:avLst/>
                  <a:gdLst>
                    <a:gd name="textAreaLeft" fmla="*/ 0 w 345240"/>
                    <a:gd name="textAreaRight" fmla="*/ 345600 w 345240"/>
                    <a:gd name="textAreaTop" fmla="*/ 0 h 330840"/>
                    <a:gd name="textAreaBottom" fmla="*/ 331200 h 33084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9900FF">
                        <a:alpha val="29000"/>
                      </a:srgbClr>
                    </a:gs>
                  </a:gsLst>
                  <a:path path="circle">
                    <a:fillToRect r="100000" b="10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515" name="Google Shape;129;p3"/>
                <p:cNvGrpSpPr/>
                <p:nvPr/>
              </p:nvGrpSpPr>
              <p:grpSpPr>
                <a:xfrm>
                  <a:off x="0" y="588960"/>
                  <a:ext cx="387360" cy="222840"/>
                  <a:chOff x="0" y="588960"/>
                  <a:chExt cx="387360" cy="222840"/>
                </a:xfrm>
              </p:grpSpPr>
              <p:sp>
                <p:nvSpPr>
                  <p:cNvPr id="516" name="Google Shape;130;p3"/>
                  <p:cNvSpPr/>
                  <p:nvPr/>
                </p:nvSpPr>
                <p:spPr>
                  <a:xfrm rot="2700000">
                    <a:off x="32400" y="6213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17" name="Google Shape;131;p3"/>
                  <p:cNvSpPr/>
                  <p:nvPr/>
                </p:nvSpPr>
                <p:spPr>
                  <a:xfrm rot="2700000">
                    <a:off x="114840" y="6213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18" name="Google Shape;132;p3"/>
                  <p:cNvSpPr/>
                  <p:nvPr/>
                </p:nvSpPr>
                <p:spPr>
                  <a:xfrm rot="2700000">
                    <a:off x="155520" y="6213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19" name="Google Shape;133;p3"/>
                  <p:cNvSpPr/>
                  <p:nvPr/>
                </p:nvSpPr>
                <p:spPr>
                  <a:xfrm rot="2700000">
                    <a:off x="73440" y="6213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20" name="Google Shape;134;p3"/>
                  <p:cNvSpPr/>
                  <p:nvPr/>
                </p:nvSpPr>
                <p:spPr>
                  <a:xfrm rot="2700000">
                    <a:off x="196920" y="6213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521" name="Google Shape;135;p3"/>
              <p:cNvSpPr/>
              <p:nvPr/>
            </p:nvSpPr>
            <p:spPr>
              <a:xfrm rot="18900000">
                <a:off x="286560" y="567360"/>
                <a:ext cx="324360" cy="257760"/>
              </a:xfrm>
              <a:custGeom>
                <a:avLst/>
                <a:gdLst>
                  <a:gd name="textAreaLeft" fmla="*/ 0 w 324360"/>
                  <a:gd name="textAreaRight" fmla="*/ 324720 w 324360"/>
                  <a:gd name="textAreaTop" fmla="*/ 0 h 257760"/>
                  <a:gd name="textAreaBottom" fmla="*/ 258120 h 2577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22" name="Google Shape;136;p3"/>
            <p:cNvGrpSpPr/>
            <p:nvPr/>
          </p:nvGrpSpPr>
          <p:grpSpPr>
            <a:xfrm>
              <a:off x="-293760" y="-1717200"/>
              <a:ext cx="3921840" cy="4161240"/>
              <a:chOff x="-293760" y="-1717200"/>
              <a:chExt cx="3921840" cy="4161240"/>
            </a:xfrm>
          </p:grpSpPr>
          <p:sp>
            <p:nvSpPr>
              <p:cNvPr id="523" name="Google Shape;137;p3"/>
              <p:cNvSpPr/>
              <p:nvPr/>
            </p:nvSpPr>
            <p:spPr>
              <a:xfrm rot="13500000">
                <a:off x="613800" y="-1485720"/>
                <a:ext cx="1997640" cy="3242880"/>
              </a:xfrm>
              <a:custGeom>
                <a:avLst/>
                <a:gdLst>
                  <a:gd name="textAreaLeft" fmla="*/ 0 w 1997640"/>
                  <a:gd name="textAreaRight" fmla="*/ 1998000 w 1997640"/>
                  <a:gd name="textAreaTop" fmla="*/ 0 h 3242880"/>
                  <a:gd name="textAreaBottom" fmla="*/ 3243240 h 3242880"/>
                </a:gdLst>
                <a:ahLst/>
                <a:cxnLst/>
                <a:rect l="textAreaLeft" t="textAreaTop" r="textAreaRight" b="textAreaBottom"/>
                <a:pathLst>
                  <a:path w="76882" h="124813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4" name="Google Shape;138;p3"/>
              <p:cNvSpPr/>
              <p:nvPr/>
            </p:nvSpPr>
            <p:spPr>
              <a:xfrm rot="13500000">
                <a:off x="164520" y="-283680"/>
                <a:ext cx="1852920" cy="1936800"/>
              </a:xfrm>
              <a:custGeom>
                <a:avLst/>
                <a:gdLst>
                  <a:gd name="textAreaLeft" fmla="*/ 0 w 1852920"/>
                  <a:gd name="textAreaRight" fmla="*/ 1853280 w 1852920"/>
                  <a:gd name="textAreaTop" fmla="*/ 0 h 1936800"/>
                  <a:gd name="textAreaBottom" fmla="*/ 1937160 h 1936800"/>
                </a:gdLst>
                <a:ahLst/>
                <a:cxnLst/>
                <a:rect l="textAreaLeft" t="textAreaTop" r="textAreaRight" b="textAreaBottom"/>
                <a:pathLst>
                  <a:path w="71320" h="7455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5" name="Google Shape;139;p3"/>
              <p:cNvSpPr/>
              <p:nvPr/>
            </p:nvSpPr>
            <p:spPr>
              <a:xfrm rot="13500000">
                <a:off x="398160" y="-1020960"/>
                <a:ext cx="2538000" cy="3008520"/>
              </a:xfrm>
              <a:custGeom>
                <a:avLst/>
                <a:gdLst>
                  <a:gd name="textAreaLeft" fmla="*/ 0 w 2538000"/>
                  <a:gd name="textAreaRight" fmla="*/ 2538360 w 2538000"/>
                  <a:gd name="textAreaTop" fmla="*/ 0 h 3008520"/>
                  <a:gd name="textAreaBottom" fmla="*/ 3008880 h 3008520"/>
                </a:gdLst>
                <a:ahLst/>
                <a:cxnLst/>
                <a:rect l="textAreaLeft" t="textAreaTop" r="textAreaRight" b="textAreaBottom"/>
                <a:pathLst>
                  <a:path w="97678" h="115794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27" name="PlaceHolder 2"/>
          <p:cNvSpPr>
            <a:spLocks noGrp="1"/>
          </p:cNvSpPr>
          <p:nvPr>
            <p:ph type="body"/>
          </p:nvPr>
        </p:nvSpPr>
        <p:spPr>
          <a:xfrm>
            <a:off x="720000" y="1139400"/>
            <a:ext cx="4528080" cy="697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grpSp>
        <p:nvGrpSpPr>
          <p:cNvPr id="528" name="Google Shape;845;p21"/>
          <p:cNvGrpSpPr/>
          <p:nvPr/>
        </p:nvGrpSpPr>
        <p:grpSpPr>
          <a:xfrm>
            <a:off x="6846840" y="-1382040"/>
            <a:ext cx="4230000" cy="4230360"/>
            <a:chOff x="6846840" y="-1382040"/>
            <a:chExt cx="4230000" cy="4230360"/>
          </a:xfrm>
        </p:grpSpPr>
        <p:sp>
          <p:nvSpPr>
            <p:cNvPr id="529" name="Google Shape;846;p21"/>
            <p:cNvSpPr/>
            <p:nvPr/>
          </p:nvSpPr>
          <p:spPr>
            <a:xfrm rot="13500000" flipH="1">
              <a:off x="7499160" y="-795240"/>
              <a:ext cx="2925000" cy="3057480"/>
            </a:xfrm>
            <a:custGeom>
              <a:avLst/>
              <a:gdLst>
                <a:gd name="textAreaLeft" fmla="*/ -360 w 2925000"/>
                <a:gd name="textAreaRight" fmla="*/ 2925000 w 2925000"/>
                <a:gd name="textAreaTop" fmla="*/ 0 h 3057480"/>
                <a:gd name="textAreaBottom" fmla="*/ 3057840 h 3057480"/>
              </a:gdLst>
              <a:ahLst/>
              <a:cxnLst/>
              <a:rect l="textAreaLeft" t="textAreaTop" r="textAreaRight" b="textAreaBottom"/>
              <a:pathLst>
                <a:path w="71320" h="7455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189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0" name="Google Shape;847;p21"/>
            <p:cNvSpPr/>
            <p:nvPr/>
          </p:nvSpPr>
          <p:spPr>
            <a:xfrm>
              <a:off x="8605440" y="-368280"/>
              <a:ext cx="577080" cy="1974240"/>
            </a:xfrm>
            <a:custGeom>
              <a:avLst/>
              <a:gdLst>
                <a:gd name="textAreaLeft" fmla="*/ 0 w 577080"/>
                <a:gd name="textAreaRight" fmla="*/ 577440 w 577080"/>
                <a:gd name="textAreaTop" fmla="*/ 0 h 1974240"/>
                <a:gd name="textAreaBottom" fmla="*/ 1974600 h 1974240"/>
              </a:gdLst>
              <a:ahLst/>
              <a:cxnLst/>
              <a:rect l="textAreaLeft" t="textAreaTop" r="textAreaRight" b="textAreaBottom"/>
              <a:pathLst>
                <a:path w="14079" h="48146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1" name="Google Shape;848;p21"/>
            <p:cNvSpPr/>
            <p:nvPr/>
          </p:nvSpPr>
          <p:spPr>
            <a:xfrm>
              <a:off x="8857800" y="-5760"/>
              <a:ext cx="686880" cy="2086560"/>
            </a:xfrm>
            <a:custGeom>
              <a:avLst/>
              <a:gdLst>
                <a:gd name="textAreaLeft" fmla="*/ 0 w 686880"/>
                <a:gd name="textAreaRight" fmla="*/ 687240 w 686880"/>
                <a:gd name="textAreaTop" fmla="*/ 0 h 2086560"/>
                <a:gd name="textAreaBottom" fmla="*/ 2086920 h 2086560"/>
              </a:gdLst>
              <a:ahLst/>
              <a:cxnLst/>
              <a:rect l="textAreaLeft" t="textAreaTop" r="textAreaRight" b="textAreaBottom"/>
              <a:pathLst>
                <a:path w="16760" h="4318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532" name="Google Shape;849;p21"/>
            <p:cNvGrpSpPr/>
            <p:nvPr/>
          </p:nvGrpSpPr>
          <p:grpSpPr>
            <a:xfrm>
              <a:off x="8698680" y="1168560"/>
              <a:ext cx="133920" cy="133920"/>
              <a:chOff x="8698680" y="1168560"/>
              <a:chExt cx="133920" cy="133920"/>
            </a:xfrm>
          </p:grpSpPr>
          <p:sp>
            <p:nvSpPr>
              <p:cNvPr id="533" name="Google Shape;850;p21"/>
              <p:cNvSpPr/>
              <p:nvPr/>
            </p:nvSpPr>
            <p:spPr>
              <a:xfrm>
                <a:off x="8698680" y="1168560"/>
                <a:ext cx="133920" cy="13392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520" bIns="47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4" name="Google Shape;851;p21"/>
              <p:cNvSpPr/>
              <p:nvPr/>
            </p:nvSpPr>
            <p:spPr>
              <a:xfrm>
                <a:off x="8717760" y="1187280"/>
                <a:ext cx="96120" cy="96120"/>
              </a:xfrm>
              <a:prstGeom prst="ellipse">
                <a:avLst/>
              </a:pr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35" name="Google Shape;852;p21"/>
            <p:cNvGrpSpPr/>
            <p:nvPr/>
          </p:nvGrpSpPr>
          <p:grpSpPr>
            <a:xfrm>
              <a:off x="8827200" y="2102400"/>
              <a:ext cx="133920" cy="133920"/>
              <a:chOff x="8827200" y="2102400"/>
              <a:chExt cx="133920" cy="133920"/>
            </a:xfrm>
          </p:grpSpPr>
          <p:sp>
            <p:nvSpPr>
              <p:cNvPr id="536" name="Google Shape;853;p21"/>
              <p:cNvSpPr/>
              <p:nvPr/>
            </p:nvSpPr>
            <p:spPr>
              <a:xfrm>
                <a:off x="8827200" y="2102400"/>
                <a:ext cx="133920" cy="13392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520" bIns="47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7" name="Google Shape;854;p21"/>
              <p:cNvSpPr/>
              <p:nvPr/>
            </p:nvSpPr>
            <p:spPr>
              <a:xfrm>
                <a:off x="8845920" y="2121120"/>
                <a:ext cx="96120" cy="96120"/>
              </a:xfrm>
              <a:prstGeom prst="ellipse">
                <a:avLst/>
              </a:pr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38" name="Google Shape;855;p21"/>
            <p:cNvGrpSpPr/>
            <p:nvPr/>
          </p:nvGrpSpPr>
          <p:grpSpPr>
            <a:xfrm>
              <a:off x="8776080" y="234720"/>
              <a:ext cx="133560" cy="133560"/>
              <a:chOff x="8776080" y="234720"/>
              <a:chExt cx="133560" cy="133560"/>
            </a:xfrm>
          </p:grpSpPr>
          <p:sp>
            <p:nvSpPr>
              <p:cNvPr id="539" name="Google Shape;856;p21"/>
              <p:cNvSpPr/>
              <p:nvPr/>
            </p:nvSpPr>
            <p:spPr>
              <a:xfrm>
                <a:off x="8776080" y="23472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160" bIns="471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0" name="Google Shape;857;p21"/>
              <p:cNvSpPr/>
              <p:nvPr/>
            </p:nvSpPr>
            <p:spPr>
              <a:xfrm>
                <a:off x="8795160" y="253800"/>
                <a:ext cx="95760" cy="9576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pic>
          <p:nvPicPr>
            <p:cNvPr id="541" name="Google Shape;858;p21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>
              <a:off x="7179120" y="-1112760"/>
              <a:ext cx="2441520" cy="18633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542" name="Google Shape;859;p21"/>
          <p:cNvGrpSpPr/>
          <p:nvPr/>
        </p:nvGrpSpPr>
        <p:grpSpPr>
          <a:xfrm>
            <a:off x="-1981800" y="1924920"/>
            <a:ext cx="6190920" cy="6190920"/>
            <a:chOff x="-1981800" y="1924920"/>
            <a:chExt cx="6190920" cy="6190920"/>
          </a:xfrm>
        </p:grpSpPr>
        <p:pic>
          <p:nvPicPr>
            <p:cNvPr id="543" name="Google Shape;860;p21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 rot="5400000">
              <a:off x="-537480" y="4358520"/>
              <a:ext cx="2441520" cy="186336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544" name="Google Shape;861;p21"/>
            <p:cNvGrpSpPr/>
            <p:nvPr/>
          </p:nvGrpSpPr>
          <p:grpSpPr>
            <a:xfrm>
              <a:off x="-1981800" y="1924920"/>
              <a:ext cx="6190920" cy="6190920"/>
              <a:chOff x="-1981800" y="1924920"/>
              <a:chExt cx="6190920" cy="6190920"/>
            </a:xfrm>
          </p:grpSpPr>
          <p:sp>
            <p:nvSpPr>
              <p:cNvPr id="545" name="Google Shape;862;p21"/>
              <p:cNvSpPr/>
              <p:nvPr/>
            </p:nvSpPr>
            <p:spPr>
              <a:xfrm rot="8100000" flipH="1">
                <a:off x="-889560" y="2645640"/>
                <a:ext cx="4006080" cy="4749120"/>
              </a:xfrm>
              <a:custGeom>
                <a:avLst/>
                <a:gdLst>
                  <a:gd name="textAreaLeft" fmla="*/ 360 w 4006080"/>
                  <a:gd name="textAreaRight" fmla="*/ 4006800 w 4006080"/>
                  <a:gd name="textAreaTop" fmla="*/ 0 h 4749120"/>
                  <a:gd name="textAreaBottom" fmla="*/ 4749480 h 4749120"/>
                </a:gdLst>
                <a:ahLst/>
                <a:cxnLst/>
                <a:rect l="textAreaLeft" t="textAreaTop" r="textAreaRight" b="textAreaBottom"/>
                <a:pathLst>
                  <a:path w="97678" h="115794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40000">
                    <a:srgbClr val="FF9900">
                      <a:alpha val="41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6" name="Google Shape;863;p21"/>
              <p:cNvSpPr/>
              <p:nvPr/>
            </p:nvSpPr>
            <p:spPr>
              <a:xfrm rot="8100000" flipH="1">
                <a:off x="-10440" y="3491640"/>
                <a:ext cx="2925000" cy="3057480"/>
              </a:xfrm>
              <a:custGeom>
                <a:avLst/>
                <a:gdLst>
                  <a:gd name="textAreaLeft" fmla="*/ -360 w 2925000"/>
                  <a:gd name="textAreaRight" fmla="*/ 2925000 w 2925000"/>
                  <a:gd name="textAreaTop" fmla="*/ 0 h 3057480"/>
                  <a:gd name="textAreaBottom" fmla="*/ 3057840 h 3057480"/>
                </a:gdLst>
                <a:ahLst/>
                <a:cxnLst/>
                <a:rect l="textAreaLeft" t="textAreaTop" r="textAreaRight" b="textAreaBottom"/>
                <a:pathLst>
                  <a:path w="71320" h="7455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80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547" name="Google Shape;864;p21"/>
              <p:cNvGrpSpPr/>
              <p:nvPr/>
            </p:nvGrpSpPr>
            <p:grpSpPr>
              <a:xfrm>
                <a:off x="2304720" y="5135400"/>
                <a:ext cx="133920" cy="133920"/>
                <a:chOff x="2304720" y="5135400"/>
                <a:chExt cx="133920" cy="133920"/>
              </a:xfrm>
            </p:grpSpPr>
            <p:sp>
              <p:nvSpPr>
                <p:cNvPr id="548" name="Google Shape;865;p21"/>
                <p:cNvSpPr/>
                <p:nvPr/>
              </p:nvSpPr>
              <p:spPr>
                <a:xfrm rot="16200000">
                  <a:off x="2304720" y="5135400"/>
                  <a:ext cx="133920" cy="133920"/>
                </a:xfrm>
                <a:prstGeom prst="ellipse">
                  <a:avLst/>
                </a:prstGeom>
                <a:noFill/>
                <a:ln w="9525">
                  <a:solidFill>
                    <a:srgbClr val="0C0A9E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520" bIns="475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49" name="Google Shape;866;p21"/>
                <p:cNvSpPr/>
                <p:nvPr/>
              </p:nvSpPr>
              <p:spPr>
                <a:xfrm rot="16200000">
                  <a:off x="2323440" y="5154480"/>
                  <a:ext cx="96120" cy="961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550" name="Google Shape;867;p21"/>
              <p:cNvGrpSpPr/>
              <p:nvPr/>
            </p:nvGrpSpPr>
            <p:grpSpPr>
              <a:xfrm>
                <a:off x="1636560" y="4896720"/>
                <a:ext cx="133920" cy="133920"/>
                <a:chOff x="1636560" y="4896720"/>
                <a:chExt cx="133920" cy="133920"/>
              </a:xfrm>
            </p:grpSpPr>
            <p:sp>
              <p:nvSpPr>
                <p:cNvPr id="551" name="Google Shape;868;p21"/>
                <p:cNvSpPr/>
                <p:nvPr/>
              </p:nvSpPr>
              <p:spPr>
                <a:xfrm rot="16200000">
                  <a:off x="1636560" y="4896720"/>
                  <a:ext cx="133920" cy="133920"/>
                </a:xfrm>
                <a:prstGeom prst="ellipse">
                  <a:avLst/>
                </a:prstGeom>
                <a:noFill/>
                <a:ln w="9525">
                  <a:solidFill>
                    <a:srgbClr val="0C0A9E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520" bIns="475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52" name="Google Shape;869;p21"/>
                <p:cNvSpPr/>
                <p:nvPr/>
              </p:nvSpPr>
              <p:spPr>
                <a:xfrm rot="16200000">
                  <a:off x="1655280" y="4915800"/>
                  <a:ext cx="96120" cy="961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553" name="Google Shape;870;p21"/>
              <p:cNvGrpSpPr/>
              <p:nvPr/>
            </p:nvGrpSpPr>
            <p:grpSpPr>
              <a:xfrm>
                <a:off x="-748080" y="4648680"/>
                <a:ext cx="2449080" cy="939600"/>
                <a:chOff x="-748080" y="4648680"/>
                <a:chExt cx="2449080" cy="939600"/>
              </a:xfrm>
            </p:grpSpPr>
            <p:sp>
              <p:nvSpPr>
                <p:cNvPr id="554" name="Google Shape;871;p21"/>
                <p:cNvSpPr/>
                <p:nvPr/>
              </p:nvSpPr>
              <p:spPr>
                <a:xfrm rot="16200000">
                  <a:off x="-49320" y="4312440"/>
                  <a:ext cx="577080" cy="1974240"/>
                </a:xfrm>
                <a:custGeom>
                  <a:avLst/>
                  <a:gdLst>
                    <a:gd name="textAreaLeft" fmla="*/ 0 w 577080"/>
                    <a:gd name="textAreaRight" fmla="*/ 577440 w 577080"/>
                    <a:gd name="textAreaTop" fmla="*/ 0 h 1974240"/>
                    <a:gd name="textAreaBottom" fmla="*/ 1974600 h 1974240"/>
                  </a:gdLst>
                  <a:ahLst/>
                  <a:cxnLst/>
                  <a:rect l="textAreaLeft" t="textAreaTop" r="textAreaRight" b="textAreaBottom"/>
                  <a:pathLst>
                    <a:path w="14079" h="48146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55" name="Google Shape;872;p21"/>
                <p:cNvSpPr/>
                <p:nvPr/>
              </p:nvSpPr>
              <p:spPr>
                <a:xfrm rot="16200000">
                  <a:off x="314280" y="3948840"/>
                  <a:ext cx="686880" cy="2086560"/>
                </a:xfrm>
                <a:custGeom>
                  <a:avLst/>
                  <a:gdLst>
                    <a:gd name="textAreaLeft" fmla="*/ 0 w 686880"/>
                    <a:gd name="textAreaRight" fmla="*/ 687240 w 686880"/>
                    <a:gd name="textAreaTop" fmla="*/ 0 h 2086560"/>
                    <a:gd name="textAreaBottom" fmla="*/ 2086920 h 2086560"/>
                  </a:gdLst>
                  <a:ahLst/>
                  <a:cxnLst/>
                  <a:rect l="textAreaLeft" t="textAreaTop" r="textAreaRight" b="textAreaBottom"/>
                  <a:pathLst>
                    <a:path w="16760" h="4318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556" name="Google Shape;873;p21"/>
                <p:cNvGrpSpPr/>
                <p:nvPr/>
              </p:nvGrpSpPr>
              <p:grpSpPr>
                <a:xfrm>
                  <a:off x="-145080" y="5283720"/>
                  <a:ext cx="133560" cy="133560"/>
                  <a:chOff x="-145080" y="5283720"/>
                  <a:chExt cx="133560" cy="133560"/>
                </a:xfrm>
              </p:grpSpPr>
              <p:sp>
                <p:nvSpPr>
                  <p:cNvPr id="557" name="Google Shape;874;p21"/>
                  <p:cNvSpPr/>
                  <p:nvPr/>
                </p:nvSpPr>
                <p:spPr>
                  <a:xfrm rot="16200000">
                    <a:off x="-145080" y="5283720"/>
                    <a:ext cx="133560" cy="133560"/>
                  </a:xfrm>
                  <a:prstGeom prst="ellipse">
                    <a:avLst/>
                  </a:prstGeom>
                  <a:noFill/>
                  <a:ln w="9525">
                    <a:solidFill>
                      <a:srgbClr val="8208D5"/>
                    </a:solidFill>
                    <a:round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7160" bIns="471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58" name="Google Shape;875;p21"/>
                  <p:cNvSpPr/>
                  <p:nvPr/>
                </p:nvSpPr>
                <p:spPr>
                  <a:xfrm rot="16200000">
                    <a:off x="-126000" y="5302800"/>
                    <a:ext cx="95760" cy="95760"/>
                  </a:xfrm>
                  <a:prstGeom prst="ellipse">
                    <a:avLst/>
                  </a:pr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33840" bIns="33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656" name="Google Shape;979;p23"/>
          <p:cNvGrpSpPr/>
          <p:nvPr/>
        </p:nvGrpSpPr>
        <p:grpSpPr>
          <a:xfrm>
            <a:off x="6379200" y="1165320"/>
            <a:ext cx="4752720" cy="4760640"/>
            <a:chOff x="6379200" y="1165320"/>
            <a:chExt cx="4752720" cy="4760640"/>
          </a:xfrm>
        </p:grpSpPr>
        <p:pic>
          <p:nvPicPr>
            <p:cNvPr id="657" name="Google Shape;980;p23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 rot="16200000">
              <a:off x="7048440" y="2738520"/>
              <a:ext cx="3615480" cy="275940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658" name="Google Shape;981;p23"/>
            <p:cNvGrpSpPr/>
            <p:nvPr/>
          </p:nvGrpSpPr>
          <p:grpSpPr>
            <a:xfrm>
              <a:off x="6379200" y="1165320"/>
              <a:ext cx="4752720" cy="4760280"/>
              <a:chOff x="6379200" y="1165320"/>
              <a:chExt cx="4752720" cy="4760280"/>
            </a:xfrm>
          </p:grpSpPr>
          <p:grpSp>
            <p:nvGrpSpPr>
              <p:cNvPr id="659" name="Google Shape;982;p23"/>
              <p:cNvGrpSpPr/>
              <p:nvPr/>
            </p:nvGrpSpPr>
            <p:grpSpPr>
              <a:xfrm>
                <a:off x="7297920" y="4842360"/>
                <a:ext cx="2083680" cy="237600"/>
                <a:chOff x="7297920" y="4842360"/>
                <a:chExt cx="2083680" cy="237600"/>
              </a:xfrm>
            </p:grpSpPr>
            <p:sp>
              <p:nvSpPr>
                <p:cNvPr id="660" name="Google Shape;983;p23"/>
                <p:cNvSpPr/>
                <p:nvPr/>
              </p:nvSpPr>
              <p:spPr>
                <a:xfrm rot="16200000" flipV="1">
                  <a:off x="8332560" y="4030560"/>
                  <a:ext cx="14040" cy="2083680"/>
                </a:xfrm>
                <a:custGeom>
                  <a:avLst/>
                  <a:gdLst>
                    <a:gd name="textAreaLeft" fmla="*/ 0 w 14040"/>
                    <a:gd name="textAreaRight" fmla="*/ 14400 w 14040"/>
                    <a:gd name="textAreaTop" fmla="*/ 360 h 2083680"/>
                    <a:gd name="textAreaBottom" fmla="*/ 2084400 h 2083680"/>
                  </a:gdLst>
                  <a:ahLst/>
                  <a:cxnLst/>
                  <a:rect l="textAreaLeft" t="textAreaTop" r="textAreaRight" b="textAreaBottom"/>
                  <a:pathLst>
                    <a:path w="306" h="27731">
                      <a:moveTo>
                        <a:pt x="1" y="1"/>
                      </a:moveTo>
                      <a:lnTo>
                        <a:pt x="1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61" name="Google Shape;984;p23"/>
                <p:cNvSpPr/>
                <p:nvPr/>
              </p:nvSpPr>
              <p:spPr>
                <a:xfrm rot="16200000" flipV="1">
                  <a:off x="8332560" y="3807000"/>
                  <a:ext cx="14040" cy="2083680"/>
                </a:xfrm>
                <a:custGeom>
                  <a:avLst/>
                  <a:gdLst>
                    <a:gd name="textAreaLeft" fmla="*/ 0 w 14040"/>
                    <a:gd name="textAreaRight" fmla="*/ 14400 w 14040"/>
                    <a:gd name="textAreaTop" fmla="*/ 360 h 2083680"/>
                    <a:gd name="textAreaBottom" fmla="*/ 2084400 h 2083680"/>
                  </a:gdLst>
                  <a:ahLst/>
                  <a:cxnLst/>
                  <a:rect l="textAreaLeft" t="textAreaTop" r="textAreaRight" b="textAreaBottom"/>
                  <a:pathLst>
                    <a:path w="305" h="27731">
                      <a:moveTo>
                        <a:pt x="0" y="1"/>
                      </a:moveTo>
                      <a:lnTo>
                        <a:pt x="0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662" name="Google Shape;985;p23"/>
              <p:cNvGrpSpPr/>
              <p:nvPr/>
            </p:nvGrpSpPr>
            <p:grpSpPr>
              <a:xfrm>
                <a:off x="6379200" y="1165320"/>
                <a:ext cx="4752720" cy="4479840"/>
                <a:chOff x="6379200" y="1165320"/>
                <a:chExt cx="4752720" cy="4479840"/>
              </a:xfrm>
            </p:grpSpPr>
            <p:sp>
              <p:nvSpPr>
                <p:cNvPr id="663" name="Google Shape;986;p23"/>
                <p:cNvSpPr/>
                <p:nvPr/>
              </p:nvSpPr>
              <p:spPr>
                <a:xfrm rot="2700000" flipV="1">
                  <a:off x="7169400" y="1686960"/>
                  <a:ext cx="2899080" cy="3436200"/>
                </a:xfrm>
                <a:custGeom>
                  <a:avLst/>
                  <a:gdLst>
                    <a:gd name="textAreaLeft" fmla="*/ 0 w 2899080"/>
                    <a:gd name="textAreaRight" fmla="*/ 2899440 w 2899080"/>
                    <a:gd name="textAreaTop" fmla="*/ -360 h 3436200"/>
                    <a:gd name="textAreaBottom" fmla="*/ 3436200 h 3436200"/>
                  </a:gdLst>
                  <a:ahLst/>
                  <a:cxnLst/>
                  <a:rect l="textAreaLeft" t="textAreaTop" r="textAreaRight" b="textAreaBottom"/>
                  <a:pathLst>
                    <a:path w="97678" h="115794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64" name="Google Shape;987;p23"/>
                <p:cNvSpPr/>
                <p:nvPr/>
              </p:nvSpPr>
              <p:spPr>
                <a:xfrm rot="2700000" flipV="1">
                  <a:off x="7330320" y="2957760"/>
                  <a:ext cx="2116440" cy="2212200"/>
                </a:xfrm>
                <a:custGeom>
                  <a:avLst/>
                  <a:gdLst>
                    <a:gd name="textAreaLeft" fmla="*/ 0 w 2116440"/>
                    <a:gd name="textAreaRight" fmla="*/ 2116800 w 2116440"/>
                    <a:gd name="textAreaTop" fmla="*/ -360 h 2212200"/>
                    <a:gd name="textAreaBottom" fmla="*/ 2212200 h 2212200"/>
                  </a:gdLst>
                  <a:ahLst/>
                  <a:cxnLst/>
                  <a:rect l="textAreaLeft" t="textAreaTop" r="textAreaRight" b="textAreaBottom"/>
                  <a:pathLst>
                    <a:path w="71320" h="7455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65" name="Google Shape;988;p23"/>
                <p:cNvSpPr/>
                <p:nvPr/>
              </p:nvSpPr>
              <p:spPr>
                <a:xfrm rot="2700000" flipV="1">
                  <a:off x="7875000" y="1615680"/>
                  <a:ext cx="2281320" cy="3703680"/>
                </a:xfrm>
                <a:custGeom>
                  <a:avLst/>
                  <a:gdLst>
                    <a:gd name="textAreaLeft" fmla="*/ 0 w 2281320"/>
                    <a:gd name="textAreaRight" fmla="*/ 2281680 w 2281320"/>
                    <a:gd name="textAreaTop" fmla="*/ 360 h 3703680"/>
                    <a:gd name="textAreaBottom" fmla="*/ 3704400 h 3703680"/>
                  </a:gdLst>
                  <a:ahLst/>
                  <a:cxnLst/>
                  <a:rect l="textAreaLeft" t="textAreaTop" r="textAreaRight" b="textAreaBottom"/>
                  <a:pathLst>
                    <a:path w="76882" h="124813">
                      <a:moveTo>
                        <a:pt x="76668" y="0"/>
                      </a:moveTo>
                      <a:lnTo>
                        <a:pt x="63260" y="13408"/>
                      </a:lnTo>
                      <a:cubicBezTo>
                        <a:pt x="62879" y="13789"/>
                        <a:pt x="62879" y="14398"/>
                        <a:pt x="63260" y="14779"/>
                      </a:cubicBezTo>
                      <a:lnTo>
                        <a:pt x="69857" y="21376"/>
                      </a:lnTo>
                      <a:cubicBezTo>
                        <a:pt x="70116" y="21620"/>
                        <a:pt x="70116" y="22046"/>
                        <a:pt x="69857" y="22305"/>
                      </a:cubicBezTo>
                      <a:lnTo>
                        <a:pt x="46546" y="45616"/>
                      </a:lnTo>
                      <a:cubicBezTo>
                        <a:pt x="46417" y="45738"/>
                        <a:pt x="46245" y="45799"/>
                        <a:pt x="46074" y="45799"/>
                      </a:cubicBezTo>
                      <a:cubicBezTo>
                        <a:pt x="45903" y="45799"/>
                        <a:pt x="45731" y="45738"/>
                        <a:pt x="45602" y="45616"/>
                      </a:cubicBezTo>
                      <a:lnTo>
                        <a:pt x="39020" y="39019"/>
                      </a:lnTo>
                      <a:cubicBezTo>
                        <a:pt x="38822" y="38836"/>
                        <a:pt x="38593" y="38745"/>
                        <a:pt x="38334" y="38745"/>
                      </a:cubicBezTo>
                      <a:cubicBezTo>
                        <a:pt x="38060" y="38745"/>
                        <a:pt x="37831" y="38836"/>
                        <a:pt x="37649" y="39019"/>
                      </a:cubicBezTo>
                      <a:lnTo>
                        <a:pt x="23357" y="53311"/>
                      </a:lnTo>
                      <a:cubicBezTo>
                        <a:pt x="22976" y="53691"/>
                        <a:pt x="22976" y="54301"/>
                        <a:pt x="23357" y="54682"/>
                      </a:cubicBezTo>
                      <a:lnTo>
                        <a:pt x="40833" y="72142"/>
                      </a:lnTo>
                      <a:cubicBezTo>
                        <a:pt x="40939" y="72279"/>
                        <a:pt x="41016" y="72432"/>
                        <a:pt x="41016" y="72614"/>
                      </a:cubicBezTo>
                      <a:cubicBezTo>
                        <a:pt x="41016" y="72812"/>
                        <a:pt x="40955" y="72965"/>
                        <a:pt x="40833" y="73102"/>
                      </a:cubicBezTo>
                      <a:lnTo>
                        <a:pt x="27090" y="86830"/>
                      </a:lnTo>
                      <a:cubicBezTo>
                        <a:pt x="26907" y="87028"/>
                        <a:pt x="26816" y="87256"/>
                        <a:pt x="26816" y="87515"/>
                      </a:cubicBezTo>
                      <a:lnTo>
                        <a:pt x="26816" y="96276"/>
                      </a:lnTo>
                      <a:cubicBezTo>
                        <a:pt x="26816" y="96459"/>
                        <a:pt x="26755" y="96611"/>
                        <a:pt x="26618" y="96748"/>
                      </a:cubicBezTo>
                      <a:lnTo>
                        <a:pt x="13225" y="110140"/>
                      </a:lnTo>
                      <a:cubicBezTo>
                        <a:pt x="13103" y="110270"/>
                        <a:pt x="12940" y="110335"/>
                        <a:pt x="12772" y="110335"/>
                      </a:cubicBezTo>
                      <a:cubicBezTo>
                        <a:pt x="12604" y="110335"/>
                        <a:pt x="12433" y="110270"/>
                        <a:pt x="12296" y="110140"/>
                      </a:cubicBezTo>
                      <a:lnTo>
                        <a:pt x="7618" y="105448"/>
                      </a:lnTo>
                      <a:cubicBezTo>
                        <a:pt x="7428" y="105257"/>
                        <a:pt x="7180" y="105162"/>
                        <a:pt x="6933" y="105162"/>
                      </a:cubicBezTo>
                      <a:cubicBezTo>
                        <a:pt x="6685" y="105162"/>
                        <a:pt x="6438" y="105257"/>
                        <a:pt x="6247" y="105448"/>
                      </a:cubicBezTo>
                      <a:lnTo>
                        <a:pt x="381" y="111314"/>
                      </a:lnTo>
                      <a:cubicBezTo>
                        <a:pt x="1" y="111695"/>
                        <a:pt x="1" y="112304"/>
                        <a:pt x="381" y="112685"/>
                      </a:cubicBezTo>
                      <a:lnTo>
                        <a:pt x="5059" y="117378"/>
                      </a:lnTo>
                      <a:cubicBezTo>
                        <a:pt x="5181" y="117515"/>
                        <a:pt x="5257" y="117667"/>
                        <a:pt x="5257" y="117850"/>
                      </a:cubicBezTo>
                      <a:cubicBezTo>
                        <a:pt x="5257" y="118048"/>
                        <a:pt x="5196" y="118200"/>
                        <a:pt x="5059" y="118322"/>
                      </a:cubicBezTo>
                      <a:lnTo>
                        <a:pt x="3231" y="120150"/>
                      </a:lnTo>
                      <a:cubicBezTo>
                        <a:pt x="2850" y="120531"/>
                        <a:pt x="2850" y="121141"/>
                        <a:pt x="3231" y="121522"/>
                      </a:cubicBezTo>
                      <a:lnTo>
                        <a:pt x="5059" y="123365"/>
                      </a:lnTo>
                      <a:cubicBezTo>
                        <a:pt x="5333" y="123609"/>
                        <a:pt x="5333" y="124020"/>
                        <a:pt x="5059" y="124295"/>
                      </a:cubicBezTo>
                      <a:cubicBezTo>
                        <a:pt x="4914" y="124432"/>
                        <a:pt x="4754" y="124489"/>
                        <a:pt x="4602" y="124489"/>
                      </a:cubicBezTo>
                      <a:cubicBezTo>
                        <a:pt x="4449" y="124489"/>
                        <a:pt x="4305" y="124432"/>
                        <a:pt x="4190" y="124340"/>
                      </a:cubicBezTo>
                      <a:cubicBezTo>
                        <a:pt x="3962" y="124173"/>
                        <a:pt x="3825" y="123838"/>
                        <a:pt x="4038" y="123487"/>
                      </a:cubicBezTo>
                      <a:lnTo>
                        <a:pt x="3764" y="123335"/>
                      </a:lnTo>
                      <a:lnTo>
                        <a:pt x="3764" y="123335"/>
                      </a:lnTo>
                      <a:cubicBezTo>
                        <a:pt x="3459" y="123838"/>
                        <a:pt x="3672" y="124356"/>
                        <a:pt x="3992" y="124599"/>
                      </a:cubicBezTo>
                      <a:cubicBezTo>
                        <a:pt x="4175" y="124736"/>
                        <a:pt x="4373" y="124813"/>
                        <a:pt x="4602" y="124813"/>
                      </a:cubicBezTo>
                      <a:cubicBezTo>
                        <a:pt x="4830" y="124813"/>
                        <a:pt x="5059" y="124736"/>
                        <a:pt x="5272" y="124477"/>
                      </a:cubicBezTo>
                      <a:cubicBezTo>
                        <a:pt x="5455" y="124295"/>
                        <a:pt x="5562" y="124066"/>
                        <a:pt x="5562" y="123792"/>
                      </a:cubicBezTo>
                      <a:cubicBezTo>
                        <a:pt x="5562" y="123533"/>
                        <a:pt x="5455" y="123304"/>
                        <a:pt x="5272" y="123106"/>
                      </a:cubicBezTo>
                      <a:lnTo>
                        <a:pt x="3444" y="121278"/>
                      </a:lnTo>
                      <a:cubicBezTo>
                        <a:pt x="3170" y="121034"/>
                        <a:pt x="3170" y="120623"/>
                        <a:pt x="3444" y="120349"/>
                      </a:cubicBezTo>
                      <a:lnTo>
                        <a:pt x="5272" y="118520"/>
                      </a:lnTo>
                      <a:cubicBezTo>
                        <a:pt x="5455" y="118337"/>
                        <a:pt x="5562" y="118094"/>
                        <a:pt x="5562" y="117835"/>
                      </a:cubicBezTo>
                      <a:cubicBezTo>
                        <a:pt x="5562" y="117576"/>
                        <a:pt x="5455" y="117332"/>
                        <a:pt x="5272" y="117149"/>
                      </a:cubicBezTo>
                      <a:lnTo>
                        <a:pt x="579" y="112456"/>
                      </a:lnTo>
                      <a:cubicBezTo>
                        <a:pt x="320" y="112213"/>
                        <a:pt x="320" y="111801"/>
                        <a:pt x="579" y="111527"/>
                      </a:cubicBezTo>
                      <a:lnTo>
                        <a:pt x="6445" y="105661"/>
                      </a:lnTo>
                      <a:cubicBezTo>
                        <a:pt x="6575" y="105532"/>
                        <a:pt x="6742" y="105467"/>
                        <a:pt x="6912" y="105467"/>
                      </a:cubicBezTo>
                      <a:cubicBezTo>
                        <a:pt x="7081" y="105467"/>
                        <a:pt x="7253" y="105532"/>
                        <a:pt x="7390" y="105661"/>
                      </a:cubicBezTo>
                      <a:lnTo>
                        <a:pt x="12067" y="110354"/>
                      </a:lnTo>
                      <a:cubicBezTo>
                        <a:pt x="12265" y="110537"/>
                        <a:pt x="12494" y="110643"/>
                        <a:pt x="12753" y="110643"/>
                      </a:cubicBezTo>
                      <a:cubicBezTo>
                        <a:pt x="13027" y="110643"/>
                        <a:pt x="13256" y="110537"/>
                        <a:pt x="13439" y="110354"/>
                      </a:cubicBezTo>
                      <a:lnTo>
                        <a:pt x="26831" y="96961"/>
                      </a:lnTo>
                      <a:cubicBezTo>
                        <a:pt x="27014" y="96779"/>
                        <a:pt x="27120" y="96550"/>
                        <a:pt x="27120" y="96276"/>
                      </a:cubicBezTo>
                      <a:lnTo>
                        <a:pt x="27120" y="87469"/>
                      </a:lnTo>
                      <a:cubicBezTo>
                        <a:pt x="27120" y="87287"/>
                        <a:pt x="27166" y="87134"/>
                        <a:pt x="27303" y="86997"/>
                      </a:cubicBezTo>
                      <a:lnTo>
                        <a:pt x="41031" y="73270"/>
                      </a:lnTo>
                      <a:cubicBezTo>
                        <a:pt x="41412" y="72889"/>
                        <a:pt x="41412" y="72279"/>
                        <a:pt x="41031" y="71898"/>
                      </a:cubicBezTo>
                      <a:lnTo>
                        <a:pt x="23571" y="54438"/>
                      </a:lnTo>
                      <a:cubicBezTo>
                        <a:pt x="23312" y="54194"/>
                        <a:pt x="23312" y="53768"/>
                        <a:pt x="23571" y="53509"/>
                      </a:cubicBezTo>
                      <a:lnTo>
                        <a:pt x="37862" y="39217"/>
                      </a:lnTo>
                      <a:cubicBezTo>
                        <a:pt x="37984" y="39095"/>
                        <a:pt x="38155" y="39035"/>
                        <a:pt x="38327" y="39035"/>
                      </a:cubicBezTo>
                      <a:cubicBezTo>
                        <a:pt x="38498" y="39035"/>
                        <a:pt x="38669" y="39095"/>
                        <a:pt x="38791" y="39217"/>
                      </a:cubicBezTo>
                      <a:lnTo>
                        <a:pt x="45373" y="45830"/>
                      </a:lnTo>
                      <a:cubicBezTo>
                        <a:pt x="45571" y="46013"/>
                        <a:pt x="45800" y="46119"/>
                        <a:pt x="46059" y="46119"/>
                      </a:cubicBezTo>
                      <a:cubicBezTo>
                        <a:pt x="46333" y="46119"/>
                        <a:pt x="46562" y="46013"/>
                        <a:pt x="46744" y="45830"/>
                      </a:cubicBezTo>
                      <a:lnTo>
                        <a:pt x="70055" y="22519"/>
                      </a:lnTo>
                      <a:cubicBezTo>
                        <a:pt x="70436" y="22138"/>
                        <a:pt x="70436" y="21528"/>
                        <a:pt x="70055" y="21148"/>
                      </a:cubicBezTo>
                      <a:lnTo>
                        <a:pt x="63473" y="14550"/>
                      </a:lnTo>
                      <a:cubicBezTo>
                        <a:pt x="63199" y="14307"/>
                        <a:pt x="63199" y="13895"/>
                        <a:pt x="63473" y="13621"/>
                      </a:cubicBezTo>
                      <a:lnTo>
                        <a:pt x="76881" y="213"/>
                      </a:lnTo>
                      <a:lnTo>
                        <a:pt x="7666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/>
                    </a:gs>
                    <a:gs pos="78000">
                      <a:srgbClr val="F5F8FF"/>
                    </a:gs>
                    <a:gs pos="100000">
                      <a:srgbClr val="F5F8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666" name="Google Shape;989;p23"/>
              <p:cNvGrpSpPr/>
              <p:nvPr/>
            </p:nvGrpSpPr>
            <p:grpSpPr>
              <a:xfrm>
                <a:off x="8066880" y="4561920"/>
                <a:ext cx="546120" cy="798840"/>
                <a:chOff x="8066880" y="4561920"/>
                <a:chExt cx="546120" cy="798840"/>
              </a:xfrm>
            </p:grpSpPr>
            <p:grpSp>
              <p:nvGrpSpPr>
                <p:cNvPr id="667" name="Google Shape;990;p23"/>
                <p:cNvGrpSpPr/>
                <p:nvPr/>
              </p:nvGrpSpPr>
              <p:grpSpPr>
                <a:xfrm>
                  <a:off x="8066880" y="4814640"/>
                  <a:ext cx="546120" cy="546120"/>
                  <a:chOff x="8066880" y="4814640"/>
                  <a:chExt cx="546120" cy="546120"/>
                </a:xfrm>
              </p:grpSpPr>
              <p:sp>
                <p:nvSpPr>
                  <p:cNvPr id="668" name="Google Shape;991;p23"/>
                  <p:cNvSpPr/>
                  <p:nvPr/>
                </p:nvSpPr>
                <p:spPr>
                  <a:xfrm rot="13500000" flipV="1">
                    <a:off x="8142480" y="4898520"/>
                    <a:ext cx="394560" cy="377640"/>
                  </a:xfrm>
                  <a:custGeom>
                    <a:avLst/>
                    <a:gdLst>
                      <a:gd name="textAreaLeft" fmla="*/ 0 w 394560"/>
                      <a:gd name="textAreaRight" fmla="*/ 394920 w 394560"/>
                      <a:gd name="textAreaTop" fmla="*/ -360 h 377640"/>
                      <a:gd name="textAreaBottom" fmla="*/ 377640 h 377640"/>
                    </a:gdLst>
                    <a:ahLst/>
                    <a:cxnLst/>
                    <a:rect l="textAreaLeft" t="textAreaTop" r="textAreaRight" b="textAreaBottom"/>
                    <a:pathLst>
                      <a:path w="36902" h="35337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/>
                      </a:gs>
                      <a:gs pos="18000">
                        <a:srgbClr val="F5F8FF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rgbClr val="F5F8FF"/>
                      </a:gs>
                      <a:gs pos="100000">
                        <a:srgbClr val="9900FF">
                          <a:alpha val="29000"/>
                        </a:srgbClr>
                      </a:gs>
                    </a:gsLst>
                    <a:path path="circle">
                      <a:fillToRect r="100000" b="100000"/>
                    </a:path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grpSp>
                <p:nvGrpSpPr>
                  <p:cNvPr id="669" name="Google Shape;992;p23"/>
                  <p:cNvGrpSpPr/>
                  <p:nvPr/>
                </p:nvGrpSpPr>
                <p:grpSpPr>
                  <a:xfrm>
                    <a:off x="8242560" y="4867560"/>
                    <a:ext cx="255240" cy="442800"/>
                    <a:chOff x="8242560" y="4867560"/>
                    <a:chExt cx="255240" cy="442800"/>
                  </a:xfrm>
                </p:grpSpPr>
                <p:sp>
                  <p:nvSpPr>
                    <p:cNvPr id="670" name="Google Shape;993;p23"/>
                    <p:cNvSpPr/>
                    <p:nvPr/>
                  </p:nvSpPr>
                  <p:spPr>
                    <a:xfrm rot="13500000" flipV="1">
                      <a:off x="8280000" y="509220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0360" bIns="9036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671" name="Google Shape;994;p23"/>
                    <p:cNvSpPr/>
                    <p:nvPr/>
                  </p:nvSpPr>
                  <p:spPr>
                    <a:xfrm rot="13500000" flipV="1">
                      <a:off x="8279640" y="504540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0360" bIns="9036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672" name="Google Shape;995;p23"/>
                    <p:cNvSpPr/>
                    <p:nvPr/>
                  </p:nvSpPr>
                  <p:spPr>
                    <a:xfrm rot="13500000" flipV="1">
                      <a:off x="8280000" y="499824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0360" bIns="9036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673" name="Google Shape;996;p23"/>
                    <p:cNvSpPr/>
                    <p:nvPr/>
                  </p:nvSpPr>
                  <p:spPr>
                    <a:xfrm rot="13500000" flipV="1">
                      <a:off x="8280000" y="495144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0360" bIns="9036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674" name="Google Shape;997;p23"/>
                    <p:cNvSpPr/>
                    <p:nvPr/>
                  </p:nvSpPr>
                  <p:spPr>
                    <a:xfrm rot="13500000" flipV="1">
                      <a:off x="8279640" y="490464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0360" bIns="9036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</p:grpSp>
            </p:grpSp>
            <p:sp>
              <p:nvSpPr>
                <p:cNvPr id="675" name="Google Shape;998;p23"/>
                <p:cNvSpPr/>
                <p:nvPr/>
              </p:nvSpPr>
              <p:spPr>
                <a:xfrm rot="18900000" flipV="1">
                  <a:off x="8189280" y="4649760"/>
                  <a:ext cx="370800" cy="294480"/>
                </a:xfrm>
                <a:custGeom>
                  <a:avLst/>
                  <a:gdLst>
                    <a:gd name="textAreaLeft" fmla="*/ 0 w 370800"/>
                    <a:gd name="textAreaRight" fmla="*/ 371160 w 370800"/>
                    <a:gd name="textAreaTop" fmla="*/ 360 h 294480"/>
                    <a:gd name="textAreaBottom" fmla="*/ 295200 h 294480"/>
                  </a:gdLst>
                  <a:ahLst/>
                  <a:cxnLst/>
                  <a:rect l="textAreaLeft" t="textAreaTop" r="textAreaRight" b="textAreaBottom"/>
                  <a:pathLst>
                    <a:path w="44612" h="3544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676" name="Google Shape;999;p23"/>
              <p:cNvGrpSpPr/>
              <p:nvPr/>
            </p:nvGrpSpPr>
            <p:grpSpPr>
              <a:xfrm>
                <a:off x="8859960" y="3593160"/>
                <a:ext cx="462240" cy="676440"/>
                <a:chOff x="8859960" y="3593160"/>
                <a:chExt cx="462240" cy="676440"/>
              </a:xfrm>
            </p:grpSpPr>
            <p:grpSp>
              <p:nvGrpSpPr>
                <p:cNvPr id="677" name="Google Shape;1000;p23"/>
                <p:cNvGrpSpPr/>
                <p:nvPr/>
              </p:nvGrpSpPr>
              <p:grpSpPr>
                <a:xfrm>
                  <a:off x="8859960" y="3807360"/>
                  <a:ext cx="462240" cy="462240"/>
                  <a:chOff x="8859960" y="3807360"/>
                  <a:chExt cx="462240" cy="462240"/>
                </a:xfrm>
              </p:grpSpPr>
              <p:sp>
                <p:nvSpPr>
                  <p:cNvPr id="678" name="Google Shape;1001;p23"/>
                  <p:cNvSpPr/>
                  <p:nvPr/>
                </p:nvSpPr>
                <p:spPr>
                  <a:xfrm rot="13500000" flipV="1">
                    <a:off x="8923680" y="3878640"/>
                    <a:ext cx="334080" cy="319680"/>
                  </a:xfrm>
                  <a:custGeom>
                    <a:avLst/>
                    <a:gdLst>
                      <a:gd name="textAreaLeft" fmla="*/ 0 w 334080"/>
                      <a:gd name="textAreaRight" fmla="*/ 334440 w 334080"/>
                      <a:gd name="textAreaTop" fmla="*/ 360 h 319680"/>
                      <a:gd name="textAreaBottom" fmla="*/ 320400 h 319680"/>
                    </a:gdLst>
                    <a:ahLst/>
                    <a:cxnLst/>
                    <a:rect l="textAreaLeft" t="textAreaTop" r="textAreaRight" b="textAreaBottom"/>
                    <a:pathLst>
                      <a:path w="36902" h="35337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/>
                      </a:gs>
                      <a:gs pos="18000">
                        <a:srgbClr val="F5F8FF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rgbClr val="F5F8FF"/>
                      </a:gs>
                      <a:gs pos="100000">
                        <a:srgbClr val="9900FF">
                          <a:alpha val="29000"/>
                        </a:srgbClr>
                      </a:gs>
                    </a:gsLst>
                    <a:path path="circle">
                      <a:fillToRect r="100000" b="100000"/>
                    </a:path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grpSp>
                <p:nvGrpSpPr>
                  <p:cNvPr id="679" name="Google Shape;1002;p23"/>
                  <p:cNvGrpSpPr/>
                  <p:nvPr/>
                </p:nvGrpSpPr>
                <p:grpSpPr>
                  <a:xfrm>
                    <a:off x="9008640" y="3851640"/>
                    <a:ext cx="216000" cy="374760"/>
                    <a:chOff x="9008640" y="3851640"/>
                    <a:chExt cx="216000" cy="374760"/>
                  </a:xfrm>
                </p:grpSpPr>
                <p:sp>
                  <p:nvSpPr>
                    <p:cNvPr id="680" name="Google Shape;1003;p23"/>
                    <p:cNvSpPr/>
                    <p:nvPr/>
                  </p:nvSpPr>
                  <p:spPr>
                    <a:xfrm rot="13500000" flipV="1">
                      <a:off x="9040320" y="4042080"/>
                      <a:ext cx="152640" cy="152640"/>
                    </a:xfrm>
                    <a:custGeom>
                      <a:avLst/>
                      <a:gdLst>
                        <a:gd name="textAreaLeft" fmla="*/ 0 w 152640"/>
                        <a:gd name="textAreaRight" fmla="*/ 153000 w 152640"/>
                        <a:gd name="textAreaTop" fmla="*/ 360 h 152640"/>
                        <a:gd name="textAreaBottom" fmla="*/ 153360 h 15264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76320" bIns="7632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681" name="Google Shape;1004;p23"/>
                    <p:cNvSpPr/>
                    <p:nvPr/>
                  </p:nvSpPr>
                  <p:spPr>
                    <a:xfrm rot="13500000" flipV="1">
                      <a:off x="9040320" y="4002480"/>
                      <a:ext cx="152640" cy="152640"/>
                    </a:xfrm>
                    <a:custGeom>
                      <a:avLst/>
                      <a:gdLst>
                        <a:gd name="textAreaLeft" fmla="*/ 0 w 152640"/>
                        <a:gd name="textAreaRight" fmla="*/ 153000 w 152640"/>
                        <a:gd name="textAreaTop" fmla="*/ 360 h 152640"/>
                        <a:gd name="textAreaBottom" fmla="*/ 153360 h 15264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76320" bIns="7632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682" name="Google Shape;1005;p23"/>
                    <p:cNvSpPr/>
                    <p:nvPr/>
                  </p:nvSpPr>
                  <p:spPr>
                    <a:xfrm rot="13500000" flipV="1">
                      <a:off x="9040320" y="3962880"/>
                      <a:ext cx="152640" cy="152640"/>
                    </a:xfrm>
                    <a:custGeom>
                      <a:avLst/>
                      <a:gdLst>
                        <a:gd name="textAreaLeft" fmla="*/ 0 w 152640"/>
                        <a:gd name="textAreaRight" fmla="*/ 153000 w 152640"/>
                        <a:gd name="textAreaTop" fmla="*/ 360 h 152640"/>
                        <a:gd name="textAreaBottom" fmla="*/ 153360 h 15264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76320" bIns="7632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683" name="Google Shape;1006;p23"/>
                    <p:cNvSpPr/>
                    <p:nvPr/>
                  </p:nvSpPr>
                  <p:spPr>
                    <a:xfrm rot="13500000" flipV="1">
                      <a:off x="9040320" y="3923280"/>
                      <a:ext cx="152640" cy="152640"/>
                    </a:xfrm>
                    <a:custGeom>
                      <a:avLst/>
                      <a:gdLst>
                        <a:gd name="textAreaLeft" fmla="*/ 0 w 152640"/>
                        <a:gd name="textAreaRight" fmla="*/ 153000 w 152640"/>
                        <a:gd name="textAreaTop" fmla="*/ 360 h 152640"/>
                        <a:gd name="textAreaBottom" fmla="*/ 153360 h 15264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76320" bIns="7632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684" name="Google Shape;1007;p23"/>
                    <p:cNvSpPr/>
                    <p:nvPr/>
                  </p:nvSpPr>
                  <p:spPr>
                    <a:xfrm rot="13500000" flipV="1">
                      <a:off x="9040320" y="3883320"/>
                      <a:ext cx="152640" cy="152640"/>
                    </a:xfrm>
                    <a:custGeom>
                      <a:avLst/>
                      <a:gdLst>
                        <a:gd name="textAreaLeft" fmla="*/ 0 w 152640"/>
                        <a:gd name="textAreaRight" fmla="*/ 153000 w 152640"/>
                        <a:gd name="textAreaTop" fmla="*/ 360 h 152640"/>
                        <a:gd name="textAreaBottom" fmla="*/ 153360 h 15264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76320" bIns="7632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</p:grpSp>
            </p:grpSp>
            <p:sp>
              <p:nvSpPr>
                <p:cNvPr id="685" name="Google Shape;1008;p23"/>
                <p:cNvSpPr/>
                <p:nvPr/>
              </p:nvSpPr>
              <p:spPr>
                <a:xfrm rot="18900000" flipV="1">
                  <a:off x="8963640" y="3667680"/>
                  <a:ext cx="314280" cy="249120"/>
                </a:xfrm>
                <a:custGeom>
                  <a:avLst/>
                  <a:gdLst>
                    <a:gd name="textAreaLeft" fmla="*/ 0 w 314280"/>
                    <a:gd name="textAreaRight" fmla="*/ 314640 w 314280"/>
                    <a:gd name="textAreaTop" fmla="*/ 360 h 249120"/>
                    <a:gd name="textAreaBottom" fmla="*/ 249840 h 249120"/>
                  </a:gdLst>
                  <a:ahLst/>
                  <a:cxnLst/>
                  <a:rect l="textAreaLeft" t="textAreaTop" r="textAreaRight" b="textAreaBottom"/>
                  <a:pathLst>
                    <a:path w="44612" h="3544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686" name="Google Shape;1009;p23"/>
              <p:cNvGrpSpPr/>
              <p:nvPr/>
            </p:nvGrpSpPr>
            <p:grpSpPr>
              <a:xfrm>
                <a:off x="8818200" y="4057560"/>
                <a:ext cx="546120" cy="798840"/>
                <a:chOff x="8818200" y="4057560"/>
                <a:chExt cx="546120" cy="798840"/>
              </a:xfrm>
            </p:grpSpPr>
            <p:grpSp>
              <p:nvGrpSpPr>
                <p:cNvPr id="687" name="Google Shape;1010;p23"/>
                <p:cNvGrpSpPr/>
                <p:nvPr/>
              </p:nvGrpSpPr>
              <p:grpSpPr>
                <a:xfrm>
                  <a:off x="8818200" y="4310280"/>
                  <a:ext cx="546120" cy="546120"/>
                  <a:chOff x="8818200" y="4310280"/>
                  <a:chExt cx="546120" cy="546120"/>
                </a:xfrm>
              </p:grpSpPr>
              <p:sp>
                <p:nvSpPr>
                  <p:cNvPr id="688" name="Google Shape;1011;p23"/>
                  <p:cNvSpPr/>
                  <p:nvPr/>
                </p:nvSpPr>
                <p:spPr>
                  <a:xfrm rot="13500000" flipV="1">
                    <a:off x="8893800" y="4394160"/>
                    <a:ext cx="394560" cy="377640"/>
                  </a:xfrm>
                  <a:custGeom>
                    <a:avLst/>
                    <a:gdLst>
                      <a:gd name="textAreaLeft" fmla="*/ 0 w 394560"/>
                      <a:gd name="textAreaRight" fmla="*/ 394920 w 394560"/>
                      <a:gd name="textAreaTop" fmla="*/ -360 h 377640"/>
                      <a:gd name="textAreaBottom" fmla="*/ 377640 h 377640"/>
                    </a:gdLst>
                    <a:ahLst/>
                    <a:cxnLst/>
                    <a:rect l="textAreaLeft" t="textAreaTop" r="textAreaRight" b="textAreaBottom"/>
                    <a:pathLst>
                      <a:path w="36902" h="35337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/>
                      </a:gs>
                      <a:gs pos="18000">
                        <a:srgbClr val="F5F8FF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rgbClr val="F5F8FF"/>
                      </a:gs>
                      <a:gs pos="100000">
                        <a:srgbClr val="9900FF">
                          <a:alpha val="29000"/>
                        </a:srgbClr>
                      </a:gs>
                    </a:gsLst>
                    <a:path path="circle">
                      <a:fillToRect r="100000" b="100000"/>
                    </a:path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grpSp>
                <p:nvGrpSpPr>
                  <p:cNvPr id="689" name="Google Shape;1012;p23"/>
                  <p:cNvGrpSpPr/>
                  <p:nvPr/>
                </p:nvGrpSpPr>
                <p:grpSpPr>
                  <a:xfrm>
                    <a:off x="8993880" y="4363200"/>
                    <a:ext cx="255240" cy="442800"/>
                    <a:chOff x="8993880" y="4363200"/>
                    <a:chExt cx="255240" cy="442800"/>
                  </a:xfrm>
                </p:grpSpPr>
                <p:sp>
                  <p:nvSpPr>
                    <p:cNvPr id="690" name="Google Shape;1013;p23"/>
                    <p:cNvSpPr/>
                    <p:nvPr/>
                  </p:nvSpPr>
                  <p:spPr>
                    <a:xfrm rot="13500000" flipV="1">
                      <a:off x="9031320" y="458784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0360" bIns="9036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691" name="Google Shape;1014;p23"/>
                    <p:cNvSpPr/>
                    <p:nvPr/>
                  </p:nvSpPr>
                  <p:spPr>
                    <a:xfrm rot="13500000" flipV="1">
                      <a:off x="9030960" y="454104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0360" bIns="9036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692" name="Google Shape;1015;p23"/>
                    <p:cNvSpPr/>
                    <p:nvPr/>
                  </p:nvSpPr>
                  <p:spPr>
                    <a:xfrm rot="13500000" flipV="1">
                      <a:off x="9031320" y="449388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0360" bIns="9036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693" name="Google Shape;1016;p23"/>
                    <p:cNvSpPr/>
                    <p:nvPr/>
                  </p:nvSpPr>
                  <p:spPr>
                    <a:xfrm rot="13500000" flipV="1">
                      <a:off x="9031320" y="444708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0360" bIns="9036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694" name="Google Shape;1017;p23"/>
                    <p:cNvSpPr/>
                    <p:nvPr/>
                  </p:nvSpPr>
                  <p:spPr>
                    <a:xfrm rot="13500000" flipV="1">
                      <a:off x="9030960" y="440028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0360" bIns="9036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</p:grpSp>
            </p:grpSp>
            <p:sp>
              <p:nvSpPr>
                <p:cNvPr id="695" name="Google Shape;1018;p23"/>
                <p:cNvSpPr/>
                <p:nvPr/>
              </p:nvSpPr>
              <p:spPr>
                <a:xfrm rot="18900000" flipV="1">
                  <a:off x="8940600" y="4145400"/>
                  <a:ext cx="370800" cy="294480"/>
                </a:xfrm>
                <a:custGeom>
                  <a:avLst/>
                  <a:gdLst>
                    <a:gd name="textAreaLeft" fmla="*/ 0 w 370800"/>
                    <a:gd name="textAreaRight" fmla="*/ 371160 w 370800"/>
                    <a:gd name="textAreaTop" fmla="*/ 360 h 294480"/>
                    <a:gd name="textAreaBottom" fmla="*/ 295200 h 294480"/>
                  </a:gdLst>
                  <a:ahLst/>
                  <a:cxnLst/>
                  <a:rect l="textAreaLeft" t="textAreaTop" r="textAreaRight" b="textAreaBottom"/>
                  <a:pathLst>
                    <a:path w="44612" h="3544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696" name="Google Shape;1019;p23"/>
              <p:cNvGrpSpPr/>
              <p:nvPr/>
            </p:nvGrpSpPr>
            <p:grpSpPr>
              <a:xfrm>
                <a:off x="8139600" y="3937320"/>
                <a:ext cx="1470960" cy="1988280"/>
                <a:chOff x="8139600" y="3937320"/>
                <a:chExt cx="1470960" cy="1988280"/>
              </a:xfrm>
            </p:grpSpPr>
            <p:sp>
              <p:nvSpPr>
                <p:cNvPr id="697" name="Google Shape;1020;p23"/>
                <p:cNvSpPr/>
                <p:nvPr/>
              </p:nvSpPr>
              <p:spPr>
                <a:xfrm rot="13500000" flipV="1">
                  <a:off x="8343720" y="4163760"/>
                  <a:ext cx="1062360" cy="1017720"/>
                </a:xfrm>
                <a:custGeom>
                  <a:avLst/>
                  <a:gdLst>
                    <a:gd name="textAreaLeft" fmla="*/ 0 w 1062360"/>
                    <a:gd name="textAreaRight" fmla="*/ 1062720 w 1062360"/>
                    <a:gd name="textAreaTop" fmla="*/ -360 h 1017720"/>
                    <a:gd name="textAreaBottom" fmla="*/ 1017720 h 101772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98" name="Google Shape;1021;p23"/>
                <p:cNvSpPr/>
                <p:nvPr/>
              </p:nvSpPr>
              <p:spPr>
                <a:xfrm rot="13500000" flipV="1">
                  <a:off x="8343720" y="4681080"/>
                  <a:ext cx="1062360" cy="1017720"/>
                </a:xfrm>
                <a:custGeom>
                  <a:avLst/>
                  <a:gdLst>
                    <a:gd name="textAreaLeft" fmla="*/ 0 w 1062360"/>
                    <a:gd name="textAreaRight" fmla="*/ 1062720 w 1062360"/>
                    <a:gd name="textAreaTop" fmla="*/ -360 h 1017720"/>
                    <a:gd name="textAreaBottom" fmla="*/ 1017720 h 101772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699" name="Google Shape;1022;p23"/>
            <p:cNvGrpSpPr/>
            <p:nvPr/>
          </p:nvGrpSpPr>
          <p:grpSpPr>
            <a:xfrm>
              <a:off x="9068040" y="1975320"/>
              <a:ext cx="438840" cy="438840"/>
              <a:chOff x="9068040" y="1975320"/>
              <a:chExt cx="438840" cy="438840"/>
            </a:xfrm>
          </p:grpSpPr>
          <p:sp>
            <p:nvSpPr>
              <p:cNvPr id="700" name="Google Shape;1023;p23"/>
              <p:cNvSpPr/>
              <p:nvPr/>
            </p:nvSpPr>
            <p:spPr>
              <a:xfrm rot="5400000" flipV="1">
                <a:off x="9068040" y="1974960"/>
                <a:ext cx="438840" cy="438840"/>
              </a:xfrm>
              <a:custGeom>
                <a:avLst/>
                <a:gdLst>
                  <a:gd name="textAreaLeft" fmla="*/ 0 w 438840"/>
                  <a:gd name="textAreaRight" fmla="*/ 439200 w 438840"/>
                  <a:gd name="textAreaTop" fmla="*/ -360 h 438840"/>
                  <a:gd name="textAreaBottom" fmla="*/ 438840 h 43884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01" name="Google Shape;1024;p23"/>
              <p:cNvSpPr/>
              <p:nvPr/>
            </p:nvSpPr>
            <p:spPr>
              <a:xfrm rot="5400000" flipV="1">
                <a:off x="9156600" y="2075040"/>
                <a:ext cx="262440" cy="239400"/>
              </a:xfrm>
              <a:custGeom>
                <a:avLst/>
                <a:gdLst>
                  <a:gd name="textAreaLeft" fmla="*/ 0 w 262440"/>
                  <a:gd name="textAreaRight" fmla="*/ 262800 w 262440"/>
                  <a:gd name="textAreaTop" fmla="*/ -360 h 239400"/>
                  <a:gd name="textAreaBottom" fmla="*/ 239400 h 23940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pic>
        <p:nvPicPr>
          <p:cNvPr id="702" name="Google Shape;1025;p23"/>
          <p:cNvPicPr/>
          <p:nvPr/>
        </p:nvPicPr>
        <p:blipFill>
          <a:blip r:embed="rId2"/>
          <a:srcRect l="16959" t="24713" r="7122" b="26173"/>
          <a:stretch/>
        </p:blipFill>
        <p:spPr>
          <a:xfrm rot="5400000">
            <a:off x="-1432440" y="882720"/>
            <a:ext cx="2441520" cy="18633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703" name="Google Shape;1026;p23"/>
          <p:cNvGrpSpPr/>
          <p:nvPr/>
        </p:nvGrpSpPr>
        <p:grpSpPr>
          <a:xfrm>
            <a:off x="6045840" y="238320"/>
            <a:ext cx="4558680" cy="133920"/>
            <a:chOff x="6045840" y="238320"/>
            <a:chExt cx="4558680" cy="133920"/>
          </a:xfrm>
        </p:grpSpPr>
        <p:sp>
          <p:nvSpPr>
            <p:cNvPr id="704" name="Google Shape;1027;p23"/>
            <p:cNvSpPr/>
            <p:nvPr/>
          </p:nvSpPr>
          <p:spPr>
            <a:xfrm rot="10800000">
              <a:off x="6045840" y="238320"/>
              <a:ext cx="133920" cy="133920"/>
            </a:xfrm>
            <a:prstGeom prst="ellipse">
              <a:avLst/>
            </a:prstGeom>
            <a:noFill/>
            <a:ln w="9525">
              <a:solidFill>
                <a:srgbClr val="0C0A9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520" bIns="47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705" name="Google Shape;1028;p23"/>
            <p:cNvCxnSpPr/>
            <p:nvPr/>
          </p:nvCxnSpPr>
          <p:spPr>
            <a:xfrm flipH="1">
              <a:off x="6141600" y="304920"/>
              <a:ext cx="4463280" cy="360"/>
            </a:xfrm>
            <a:prstGeom prst="straightConnector1">
              <a:avLst/>
            </a:prstGeom>
            <a:ln w="9525">
              <a:solidFill>
                <a:srgbClr val="0C0A9E"/>
              </a:solidFill>
              <a:round/>
            </a:ln>
          </p:spPr>
        </p:cxnSp>
        <p:sp>
          <p:nvSpPr>
            <p:cNvPr id="706" name="Google Shape;1029;p23"/>
            <p:cNvSpPr/>
            <p:nvPr/>
          </p:nvSpPr>
          <p:spPr>
            <a:xfrm rot="10800000">
              <a:off x="6076080" y="268560"/>
              <a:ext cx="73440" cy="734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07" name="Google Shape;1030;p23"/>
          <p:cNvGrpSpPr/>
          <p:nvPr/>
        </p:nvGrpSpPr>
        <p:grpSpPr>
          <a:xfrm>
            <a:off x="-1143720" y="3925800"/>
            <a:ext cx="4558680" cy="1517760"/>
            <a:chOff x="-1143720" y="3925800"/>
            <a:chExt cx="4558680" cy="1517760"/>
          </a:xfrm>
        </p:grpSpPr>
        <p:grpSp>
          <p:nvGrpSpPr>
            <p:cNvPr id="708" name="Google Shape;1031;p23"/>
            <p:cNvGrpSpPr/>
            <p:nvPr/>
          </p:nvGrpSpPr>
          <p:grpSpPr>
            <a:xfrm>
              <a:off x="-500040" y="3925800"/>
              <a:ext cx="906480" cy="1517760"/>
              <a:chOff x="-500040" y="3925800"/>
              <a:chExt cx="906480" cy="1517760"/>
            </a:xfrm>
          </p:grpSpPr>
          <p:sp>
            <p:nvSpPr>
              <p:cNvPr id="709" name="Google Shape;1032;p23"/>
              <p:cNvSpPr/>
              <p:nvPr/>
            </p:nvSpPr>
            <p:spPr>
              <a:xfrm rot="5400000">
                <a:off x="-221760" y="3938040"/>
                <a:ext cx="581760" cy="55692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56920"/>
                  <a:gd name="textAreaBottom" fmla="*/ 557280 h 55692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>
                      <a:alpha val="31000"/>
                    </a:srgbClr>
                  </a:gs>
                  <a:gs pos="22000">
                    <a:srgbClr val="F5F8FF">
                      <a:alpha val="31000"/>
                    </a:srgbClr>
                  </a:gs>
                  <a:gs pos="45000">
                    <a:srgbClr val="FFFFFF">
                      <a:alpha val="31000"/>
                    </a:srgbClr>
                  </a:gs>
                  <a:gs pos="100000">
                    <a:srgbClr val="0C0A9E">
                      <a:alpha val="31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10" name="Google Shape;1033;p23"/>
              <p:cNvSpPr/>
              <p:nvPr/>
            </p:nvSpPr>
            <p:spPr>
              <a:xfrm rot="5400000">
                <a:off x="-41760" y="4511160"/>
                <a:ext cx="339840" cy="325440"/>
              </a:xfrm>
              <a:custGeom>
                <a:avLst/>
                <a:gdLst>
                  <a:gd name="textAreaLeft" fmla="*/ 0 w 339840"/>
                  <a:gd name="textAreaRight" fmla="*/ 340200 w 339840"/>
                  <a:gd name="textAreaTop" fmla="*/ 0 h 325440"/>
                  <a:gd name="textAreaBottom" fmla="*/ 325800 h 32544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11" name="Google Shape;1034;p23"/>
              <p:cNvSpPr/>
              <p:nvPr/>
            </p:nvSpPr>
            <p:spPr>
              <a:xfrm rot="5400000">
                <a:off x="-512280" y="4395600"/>
                <a:ext cx="581760" cy="55692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56920"/>
                  <a:gd name="textAreaBottom" fmla="*/ 557280 h 55692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>
                      <a:alpha val="31000"/>
                    </a:srgbClr>
                  </a:gs>
                  <a:gs pos="22000">
                    <a:srgbClr val="F5F8FF">
                      <a:alpha val="31000"/>
                    </a:srgbClr>
                  </a:gs>
                  <a:gs pos="45000">
                    <a:srgbClr val="FFFFFF">
                      <a:alpha val="31000"/>
                    </a:srgbClr>
                  </a:gs>
                  <a:gs pos="100000">
                    <a:srgbClr val="0C0A9E">
                      <a:alpha val="31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12" name="Google Shape;1035;p23"/>
              <p:cNvSpPr/>
              <p:nvPr/>
            </p:nvSpPr>
            <p:spPr>
              <a:xfrm rot="5400000">
                <a:off x="-162720" y="4874040"/>
                <a:ext cx="581760" cy="55692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56920"/>
                  <a:gd name="textAreaBottom" fmla="*/ 557280 h 55692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713" name="Google Shape;1036;p23"/>
            <p:cNvGrpSpPr/>
            <p:nvPr/>
          </p:nvGrpSpPr>
          <p:grpSpPr>
            <a:xfrm>
              <a:off x="-549360" y="4022640"/>
              <a:ext cx="2832840" cy="1420560"/>
              <a:chOff x="-549360" y="4022640"/>
              <a:chExt cx="2832840" cy="1420560"/>
            </a:xfrm>
          </p:grpSpPr>
          <p:sp>
            <p:nvSpPr>
              <p:cNvPr id="714" name="Google Shape;1037;p23"/>
              <p:cNvSpPr/>
              <p:nvPr/>
            </p:nvSpPr>
            <p:spPr>
              <a:xfrm rot="5400000">
                <a:off x="156600" y="3316320"/>
                <a:ext cx="1420560" cy="2832840"/>
              </a:xfrm>
              <a:custGeom>
                <a:avLst/>
                <a:gdLst>
                  <a:gd name="textAreaLeft" fmla="*/ 0 w 1420560"/>
                  <a:gd name="textAreaRight" fmla="*/ 1420920 w 1420560"/>
                  <a:gd name="textAreaTop" fmla="*/ 0 h 2832840"/>
                  <a:gd name="textAreaBottom" fmla="*/ 2833200 h 2832840"/>
                </a:gdLst>
                <a:ahLst/>
                <a:cxnLst/>
                <a:rect l="textAreaLeft" t="textAreaTop" r="textAreaRight" b="textAreaBottom"/>
                <a:pathLst>
                  <a:path w="34647" h="69081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715" name="Google Shape;1038;p23"/>
              <p:cNvGrpSpPr/>
              <p:nvPr/>
            </p:nvGrpSpPr>
            <p:grpSpPr>
              <a:xfrm>
                <a:off x="444960" y="4569840"/>
                <a:ext cx="161640" cy="161640"/>
                <a:chOff x="444960" y="4569840"/>
                <a:chExt cx="161640" cy="161640"/>
              </a:xfrm>
            </p:grpSpPr>
            <p:sp>
              <p:nvSpPr>
                <p:cNvPr id="716" name="Google Shape;1039;p23"/>
                <p:cNvSpPr/>
                <p:nvPr/>
              </p:nvSpPr>
              <p:spPr>
                <a:xfrm>
                  <a:off x="444960" y="4569840"/>
                  <a:ext cx="161640" cy="161640"/>
                </a:xfrm>
                <a:custGeom>
                  <a:avLst/>
                  <a:gdLst>
                    <a:gd name="textAreaLeft" fmla="*/ 0 w 161640"/>
                    <a:gd name="textAreaRight" fmla="*/ 162000 w 161640"/>
                    <a:gd name="textAreaTop" fmla="*/ 0 h 161640"/>
                    <a:gd name="textAreaBottom" fmla="*/ 162000 h 16164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81000" bIns="81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17" name="Google Shape;1040;p23"/>
                <p:cNvSpPr/>
                <p:nvPr/>
              </p:nvSpPr>
              <p:spPr>
                <a:xfrm>
                  <a:off x="477720" y="4606560"/>
                  <a:ext cx="96480" cy="88200"/>
                </a:xfrm>
                <a:custGeom>
                  <a:avLst/>
                  <a:gdLst>
                    <a:gd name="textAreaLeft" fmla="*/ 0 w 96480"/>
                    <a:gd name="textAreaRight" fmla="*/ 96840 w 96480"/>
                    <a:gd name="textAreaTop" fmla="*/ 0 h 88200"/>
                    <a:gd name="textAreaBottom" fmla="*/ 88560 h 8820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280" bIns="442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718" name="Google Shape;1041;p23"/>
              <p:cNvGrpSpPr/>
              <p:nvPr/>
            </p:nvGrpSpPr>
            <p:grpSpPr>
              <a:xfrm>
                <a:off x="1827720" y="4988520"/>
                <a:ext cx="161640" cy="161640"/>
                <a:chOff x="1827720" y="4988520"/>
                <a:chExt cx="161640" cy="161640"/>
              </a:xfrm>
            </p:grpSpPr>
            <p:sp>
              <p:nvSpPr>
                <p:cNvPr id="719" name="Google Shape;1042;p23"/>
                <p:cNvSpPr/>
                <p:nvPr/>
              </p:nvSpPr>
              <p:spPr>
                <a:xfrm rot="10800000">
                  <a:off x="1827720" y="4988520"/>
                  <a:ext cx="161640" cy="161640"/>
                </a:xfrm>
                <a:custGeom>
                  <a:avLst/>
                  <a:gdLst>
                    <a:gd name="textAreaLeft" fmla="*/ 0 w 161640"/>
                    <a:gd name="textAreaRight" fmla="*/ 162000 w 161640"/>
                    <a:gd name="textAreaTop" fmla="*/ 0 h 161640"/>
                    <a:gd name="textAreaBottom" fmla="*/ 162000 h 16164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81000" bIns="81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20" name="Google Shape;1043;p23"/>
                <p:cNvSpPr/>
                <p:nvPr/>
              </p:nvSpPr>
              <p:spPr>
                <a:xfrm rot="10800000">
                  <a:off x="1860480" y="5024880"/>
                  <a:ext cx="96480" cy="88200"/>
                </a:xfrm>
                <a:custGeom>
                  <a:avLst/>
                  <a:gdLst>
                    <a:gd name="textAreaLeft" fmla="*/ 0 w 96480"/>
                    <a:gd name="textAreaRight" fmla="*/ 96840 w 96480"/>
                    <a:gd name="textAreaTop" fmla="*/ 0 h 88200"/>
                    <a:gd name="textAreaBottom" fmla="*/ 88560 h 8820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280" bIns="442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sp>
          <p:nvSpPr>
            <p:cNvPr id="721" name="Google Shape;1044;p23"/>
            <p:cNvSpPr/>
            <p:nvPr/>
          </p:nvSpPr>
          <p:spPr>
            <a:xfrm rot="16200000">
              <a:off x="362160" y="3772800"/>
              <a:ext cx="502560" cy="2327400"/>
            </a:xfrm>
            <a:custGeom>
              <a:avLst/>
              <a:gdLst>
                <a:gd name="textAreaLeft" fmla="*/ 0 w 502560"/>
                <a:gd name="textAreaRight" fmla="*/ 502920 w 502560"/>
                <a:gd name="textAreaTop" fmla="*/ 0 h 2327400"/>
                <a:gd name="textAreaBottom" fmla="*/ 2327760 h 2327400"/>
              </a:gdLst>
              <a:ahLst/>
              <a:cxnLst/>
              <a:rect l="textAreaLeft" t="textAreaTop" r="textAreaRight" b="textAreaBottom"/>
              <a:pathLst>
                <a:path w="12266" h="56755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162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722" name="Google Shape;1045;p23"/>
            <p:cNvGrpSpPr/>
            <p:nvPr/>
          </p:nvGrpSpPr>
          <p:grpSpPr>
            <a:xfrm>
              <a:off x="-1143720" y="4817880"/>
              <a:ext cx="4558680" cy="133920"/>
              <a:chOff x="-1143720" y="4817880"/>
              <a:chExt cx="4558680" cy="133920"/>
            </a:xfrm>
          </p:grpSpPr>
          <p:sp>
            <p:nvSpPr>
              <p:cNvPr id="723" name="Google Shape;1046;p23"/>
              <p:cNvSpPr/>
              <p:nvPr/>
            </p:nvSpPr>
            <p:spPr>
              <a:xfrm>
                <a:off x="3281040" y="4817880"/>
                <a:ext cx="133920" cy="13392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520" bIns="47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cxnSp>
            <p:nvCxnSpPr>
              <p:cNvPr id="724" name="Google Shape;1047;p23"/>
              <p:cNvCxnSpPr/>
              <p:nvPr/>
            </p:nvCxnSpPr>
            <p:spPr>
              <a:xfrm>
                <a:off x="-1143720" y="4884480"/>
                <a:ext cx="4462920" cy="36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725" name="Google Shape;1048;p23"/>
              <p:cNvSpPr/>
              <p:nvPr/>
            </p:nvSpPr>
            <p:spPr>
              <a:xfrm>
                <a:off x="3311280" y="484776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828" name="Google Shape;1174;p26"/>
          <p:cNvGrpSpPr/>
          <p:nvPr/>
        </p:nvGrpSpPr>
        <p:grpSpPr>
          <a:xfrm>
            <a:off x="-2902320" y="1271880"/>
            <a:ext cx="6190920" cy="6190920"/>
            <a:chOff x="-2902320" y="1271880"/>
            <a:chExt cx="6190920" cy="6190920"/>
          </a:xfrm>
        </p:grpSpPr>
        <p:pic>
          <p:nvPicPr>
            <p:cNvPr id="829" name="Google Shape;1175;p26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>
              <a:off x="-757080" y="3866760"/>
              <a:ext cx="2441520" cy="186336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830" name="Google Shape;1176;p26"/>
            <p:cNvGrpSpPr/>
            <p:nvPr/>
          </p:nvGrpSpPr>
          <p:grpSpPr>
            <a:xfrm>
              <a:off x="-2902320" y="1271880"/>
              <a:ext cx="6190920" cy="6190920"/>
              <a:chOff x="-2902320" y="1271880"/>
              <a:chExt cx="6190920" cy="6190920"/>
            </a:xfrm>
          </p:grpSpPr>
          <p:sp>
            <p:nvSpPr>
              <p:cNvPr id="831" name="Google Shape;1177;p26"/>
              <p:cNvSpPr/>
              <p:nvPr/>
            </p:nvSpPr>
            <p:spPr>
              <a:xfrm rot="2700000" flipH="1">
                <a:off x="-1810080" y="1992600"/>
                <a:ext cx="4006080" cy="4749120"/>
              </a:xfrm>
              <a:custGeom>
                <a:avLst/>
                <a:gdLst>
                  <a:gd name="textAreaLeft" fmla="*/ 360 w 4006080"/>
                  <a:gd name="textAreaRight" fmla="*/ 4006800 w 4006080"/>
                  <a:gd name="textAreaTop" fmla="*/ 0 h 4749120"/>
                  <a:gd name="textAreaBottom" fmla="*/ 4749480 h 4749120"/>
                </a:gdLst>
                <a:ahLst/>
                <a:cxnLst/>
                <a:rect l="textAreaLeft" t="textAreaTop" r="textAreaRight" b="textAreaBottom"/>
                <a:pathLst>
                  <a:path w="97678" h="115794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40000">
                    <a:srgbClr val="FF9900">
                      <a:alpha val="41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32" name="Google Shape;1178;p26"/>
              <p:cNvSpPr/>
              <p:nvPr/>
            </p:nvSpPr>
            <p:spPr>
              <a:xfrm rot="2700000" flipH="1">
                <a:off x="-1269000" y="2500200"/>
                <a:ext cx="2925000" cy="3057480"/>
              </a:xfrm>
              <a:custGeom>
                <a:avLst/>
                <a:gdLst>
                  <a:gd name="textAreaLeft" fmla="*/ -360 w 2925000"/>
                  <a:gd name="textAreaRight" fmla="*/ 2925000 w 2925000"/>
                  <a:gd name="textAreaTop" fmla="*/ 0 h 3057480"/>
                  <a:gd name="textAreaBottom" fmla="*/ 3057840 h 3057480"/>
                </a:gdLst>
                <a:ahLst/>
                <a:cxnLst/>
                <a:rect l="textAreaLeft" t="textAreaTop" r="textAreaRight" b="textAreaBottom"/>
                <a:pathLst>
                  <a:path w="71320" h="7455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80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833" name="Google Shape;1179;p26"/>
              <p:cNvGrpSpPr/>
              <p:nvPr/>
            </p:nvGrpSpPr>
            <p:grpSpPr>
              <a:xfrm>
                <a:off x="308880" y="3043080"/>
                <a:ext cx="133920" cy="133920"/>
                <a:chOff x="308880" y="3043080"/>
                <a:chExt cx="133920" cy="133920"/>
              </a:xfrm>
            </p:grpSpPr>
            <p:sp>
              <p:nvSpPr>
                <p:cNvPr id="834" name="Google Shape;1180;p26"/>
                <p:cNvSpPr/>
                <p:nvPr/>
              </p:nvSpPr>
              <p:spPr>
                <a:xfrm rot="10800000">
                  <a:off x="308880" y="3043080"/>
                  <a:ext cx="133920" cy="133920"/>
                </a:xfrm>
                <a:prstGeom prst="ellipse">
                  <a:avLst/>
                </a:prstGeom>
                <a:noFill/>
                <a:ln w="9525">
                  <a:solidFill>
                    <a:srgbClr val="0C0A9E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520" bIns="475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35" name="Google Shape;1181;p26"/>
                <p:cNvSpPr/>
                <p:nvPr/>
              </p:nvSpPr>
              <p:spPr>
                <a:xfrm rot="10800000">
                  <a:off x="327600" y="3061800"/>
                  <a:ext cx="96120" cy="961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836" name="Google Shape;1182;p26"/>
              <p:cNvGrpSpPr/>
              <p:nvPr/>
            </p:nvGrpSpPr>
            <p:grpSpPr>
              <a:xfrm>
                <a:off x="70200" y="3711240"/>
                <a:ext cx="133920" cy="133920"/>
                <a:chOff x="70200" y="3711240"/>
                <a:chExt cx="133920" cy="133920"/>
              </a:xfrm>
            </p:grpSpPr>
            <p:sp>
              <p:nvSpPr>
                <p:cNvPr id="837" name="Google Shape;1183;p26"/>
                <p:cNvSpPr/>
                <p:nvPr/>
              </p:nvSpPr>
              <p:spPr>
                <a:xfrm rot="10800000">
                  <a:off x="70200" y="3711240"/>
                  <a:ext cx="133920" cy="133920"/>
                </a:xfrm>
                <a:prstGeom prst="ellipse">
                  <a:avLst/>
                </a:prstGeom>
                <a:noFill/>
                <a:ln w="9525">
                  <a:solidFill>
                    <a:srgbClr val="0C0A9E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520" bIns="475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38" name="Google Shape;1184;p26"/>
                <p:cNvSpPr/>
                <p:nvPr/>
              </p:nvSpPr>
              <p:spPr>
                <a:xfrm rot="10800000">
                  <a:off x="88920" y="3729960"/>
                  <a:ext cx="96120" cy="961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839" name="Google Shape;1185;p26"/>
              <p:cNvGrpSpPr/>
              <p:nvPr/>
            </p:nvGrpSpPr>
            <p:grpSpPr>
              <a:xfrm>
                <a:off x="-177840" y="3780720"/>
                <a:ext cx="939240" cy="2448720"/>
                <a:chOff x="-177840" y="3780720"/>
                <a:chExt cx="939240" cy="2448720"/>
              </a:xfrm>
            </p:grpSpPr>
            <p:sp>
              <p:nvSpPr>
                <p:cNvPr id="840" name="Google Shape;1186;p26"/>
                <p:cNvSpPr/>
                <p:nvPr/>
              </p:nvSpPr>
              <p:spPr>
                <a:xfrm rot="10800000">
                  <a:off x="184320" y="4255200"/>
                  <a:ext cx="577080" cy="1974240"/>
                </a:xfrm>
                <a:custGeom>
                  <a:avLst/>
                  <a:gdLst>
                    <a:gd name="textAreaLeft" fmla="*/ 0 w 577080"/>
                    <a:gd name="textAreaRight" fmla="*/ 577440 w 577080"/>
                    <a:gd name="textAreaTop" fmla="*/ 0 h 1974240"/>
                    <a:gd name="textAreaBottom" fmla="*/ 1974600 h 1974240"/>
                  </a:gdLst>
                  <a:ahLst/>
                  <a:cxnLst/>
                  <a:rect l="textAreaLeft" t="textAreaTop" r="textAreaRight" b="textAreaBottom"/>
                  <a:pathLst>
                    <a:path w="14079" h="48146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41" name="Google Shape;1187;p26"/>
                <p:cNvSpPr/>
                <p:nvPr/>
              </p:nvSpPr>
              <p:spPr>
                <a:xfrm rot="10800000">
                  <a:off x="-177480" y="3780720"/>
                  <a:ext cx="686880" cy="2086560"/>
                </a:xfrm>
                <a:custGeom>
                  <a:avLst/>
                  <a:gdLst>
                    <a:gd name="textAreaLeft" fmla="*/ 0 w 686880"/>
                    <a:gd name="textAreaRight" fmla="*/ 687240 w 686880"/>
                    <a:gd name="textAreaTop" fmla="*/ 0 h 2086560"/>
                    <a:gd name="textAreaBottom" fmla="*/ 2086920 h 2086560"/>
                  </a:gdLst>
                  <a:ahLst/>
                  <a:cxnLst/>
                  <a:rect l="textAreaLeft" t="textAreaTop" r="textAreaRight" b="textAreaBottom"/>
                  <a:pathLst>
                    <a:path w="16760" h="4318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842" name="Google Shape;1188;p26"/>
                <p:cNvGrpSpPr/>
                <p:nvPr/>
              </p:nvGrpSpPr>
              <p:grpSpPr>
                <a:xfrm>
                  <a:off x="457200" y="5492880"/>
                  <a:ext cx="133560" cy="133560"/>
                  <a:chOff x="457200" y="5492880"/>
                  <a:chExt cx="133560" cy="133560"/>
                </a:xfrm>
              </p:grpSpPr>
              <p:sp>
                <p:nvSpPr>
                  <p:cNvPr id="843" name="Google Shape;1189;p26"/>
                  <p:cNvSpPr/>
                  <p:nvPr/>
                </p:nvSpPr>
                <p:spPr>
                  <a:xfrm rot="10800000">
                    <a:off x="457200" y="5492880"/>
                    <a:ext cx="133560" cy="133560"/>
                  </a:xfrm>
                  <a:prstGeom prst="ellipse">
                    <a:avLst/>
                  </a:prstGeom>
                  <a:noFill/>
                  <a:ln w="9525">
                    <a:solidFill>
                      <a:srgbClr val="8208D5"/>
                    </a:solidFill>
                    <a:round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7160" bIns="471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44" name="Google Shape;1190;p26"/>
                  <p:cNvSpPr/>
                  <p:nvPr/>
                </p:nvSpPr>
                <p:spPr>
                  <a:xfrm rot="10800000">
                    <a:off x="475920" y="5511960"/>
                    <a:ext cx="95760" cy="95760"/>
                  </a:xfrm>
                  <a:prstGeom prst="ellipse">
                    <a:avLst/>
                  </a:pr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33840" bIns="33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</p:grpSp>
      </p:grpSp>
      <p:grpSp>
        <p:nvGrpSpPr>
          <p:cNvPr id="845" name="Google Shape;1191;p26"/>
          <p:cNvGrpSpPr/>
          <p:nvPr/>
        </p:nvGrpSpPr>
        <p:grpSpPr>
          <a:xfrm>
            <a:off x="5650200" y="-1036440"/>
            <a:ext cx="6190920" cy="6865200"/>
            <a:chOff x="5650200" y="-1036440"/>
            <a:chExt cx="6190920" cy="6865200"/>
          </a:xfrm>
        </p:grpSpPr>
        <p:grpSp>
          <p:nvGrpSpPr>
            <p:cNvPr id="846" name="Google Shape;1192;p26"/>
            <p:cNvGrpSpPr/>
            <p:nvPr/>
          </p:nvGrpSpPr>
          <p:grpSpPr>
            <a:xfrm>
              <a:off x="5650200" y="-362160"/>
              <a:ext cx="6190920" cy="6190920"/>
              <a:chOff x="5650200" y="-362160"/>
              <a:chExt cx="6190920" cy="6190920"/>
            </a:xfrm>
          </p:grpSpPr>
          <p:grpSp>
            <p:nvGrpSpPr>
              <p:cNvPr id="847" name="Google Shape;1193;p26"/>
              <p:cNvGrpSpPr/>
              <p:nvPr/>
            </p:nvGrpSpPr>
            <p:grpSpPr>
              <a:xfrm>
                <a:off x="5650200" y="-362160"/>
                <a:ext cx="6190920" cy="6190920"/>
                <a:chOff x="5650200" y="-362160"/>
                <a:chExt cx="6190920" cy="6190920"/>
              </a:xfrm>
            </p:grpSpPr>
            <p:sp>
              <p:nvSpPr>
                <p:cNvPr id="848" name="Google Shape;1194;p26"/>
                <p:cNvSpPr/>
                <p:nvPr/>
              </p:nvSpPr>
              <p:spPr>
                <a:xfrm rot="13500000" flipH="1">
                  <a:off x="6742080" y="358560"/>
                  <a:ext cx="4006080" cy="4749120"/>
                </a:xfrm>
                <a:custGeom>
                  <a:avLst/>
                  <a:gdLst>
                    <a:gd name="textAreaLeft" fmla="*/ 360 w 4006080"/>
                    <a:gd name="textAreaRight" fmla="*/ 4006800 w 4006080"/>
                    <a:gd name="textAreaTop" fmla="*/ 0 h 4749120"/>
                    <a:gd name="textAreaBottom" fmla="*/ 4749480 h 4749120"/>
                  </a:gdLst>
                  <a:ahLst/>
                  <a:cxnLst/>
                  <a:rect l="textAreaLeft" t="textAreaTop" r="textAreaRight" b="textAreaBottom"/>
                  <a:pathLst>
                    <a:path w="97678" h="115794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/>
                    </a:gs>
                    <a:gs pos="40000">
                      <a:srgbClr val="FF9900">
                        <a:alpha val="41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49" name="Google Shape;1195;p26"/>
                <p:cNvSpPr/>
                <p:nvPr/>
              </p:nvSpPr>
              <p:spPr>
                <a:xfrm rot="13500000" flipH="1">
                  <a:off x="7282800" y="1542600"/>
                  <a:ext cx="2925000" cy="3057480"/>
                </a:xfrm>
                <a:custGeom>
                  <a:avLst/>
                  <a:gdLst>
                    <a:gd name="textAreaLeft" fmla="*/ -360 w 2925000"/>
                    <a:gd name="textAreaRight" fmla="*/ 2925000 w 2925000"/>
                    <a:gd name="textAreaTop" fmla="*/ 0 h 3057480"/>
                    <a:gd name="textAreaBottom" fmla="*/ 3057840 h 3057480"/>
                  </a:gdLst>
                  <a:ahLst/>
                  <a:cxnLst/>
                  <a:rect l="textAreaLeft" t="textAreaTop" r="textAreaRight" b="textAreaBottom"/>
                  <a:pathLst>
                    <a:path w="71320" h="7455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50" name="Google Shape;1196;p26"/>
                <p:cNvSpPr/>
                <p:nvPr/>
              </p:nvSpPr>
              <p:spPr>
                <a:xfrm>
                  <a:off x="8507880" y="-291960"/>
                  <a:ext cx="577080" cy="1974240"/>
                </a:xfrm>
                <a:custGeom>
                  <a:avLst/>
                  <a:gdLst>
                    <a:gd name="textAreaLeft" fmla="*/ 0 w 577080"/>
                    <a:gd name="textAreaRight" fmla="*/ 577440 w 577080"/>
                    <a:gd name="textAreaTop" fmla="*/ 0 h 1974240"/>
                    <a:gd name="textAreaBottom" fmla="*/ 1974600 h 1974240"/>
                  </a:gdLst>
                  <a:ahLst/>
                  <a:cxnLst/>
                  <a:rect l="textAreaLeft" t="textAreaTop" r="textAreaRight" b="textAreaBottom"/>
                  <a:pathLst>
                    <a:path w="14079" h="48146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51" name="Google Shape;1197;p26"/>
                <p:cNvSpPr/>
                <p:nvPr/>
              </p:nvSpPr>
              <p:spPr>
                <a:xfrm>
                  <a:off x="8760600" y="70200"/>
                  <a:ext cx="686880" cy="2086560"/>
                </a:xfrm>
                <a:custGeom>
                  <a:avLst/>
                  <a:gdLst>
                    <a:gd name="textAreaLeft" fmla="*/ 0 w 686880"/>
                    <a:gd name="textAreaRight" fmla="*/ 687240 w 686880"/>
                    <a:gd name="textAreaTop" fmla="*/ 0 h 2086560"/>
                    <a:gd name="textAreaBottom" fmla="*/ 2086920 h 2086560"/>
                  </a:gdLst>
                  <a:ahLst/>
                  <a:cxnLst/>
                  <a:rect l="textAreaLeft" t="textAreaTop" r="textAreaRight" b="textAreaBottom"/>
                  <a:pathLst>
                    <a:path w="16760" h="4318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852" name="Google Shape;1198;p26"/>
              <p:cNvGrpSpPr/>
              <p:nvPr/>
            </p:nvGrpSpPr>
            <p:grpSpPr>
              <a:xfrm>
                <a:off x="8496720" y="3923640"/>
                <a:ext cx="133920" cy="133920"/>
                <a:chOff x="8496720" y="3923640"/>
                <a:chExt cx="133920" cy="133920"/>
              </a:xfrm>
            </p:grpSpPr>
            <p:sp>
              <p:nvSpPr>
                <p:cNvPr id="853" name="Google Shape;1199;p26"/>
                <p:cNvSpPr/>
                <p:nvPr/>
              </p:nvSpPr>
              <p:spPr>
                <a:xfrm>
                  <a:off x="8496720" y="3923640"/>
                  <a:ext cx="133920" cy="133920"/>
                </a:xfrm>
                <a:prstGeom prst="ellipse">
                  <a:avLst/>
                </a:prstGeom>
                <a:noFill/>
                <a:ln w="9525">
                  <a:solidFill>
                    <a:srgbClr val="0C0A9E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520" bIns="475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54" name="Google Shape;1200;p26"/>
                <p:cNvSpPr/>
                <p:nvPr/>
              </p:nvSpPr>
              <p:spPr>
                <a:xfrm>
                  <a:off x="8515440" y="3942360"/>
                  <a:ext cx="96120" cy="961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855" name="Google Shape;1201;p26"/>
              <p:cNvGrpSpPr/>
              <p:nvPr/>
            </p:nvGrpSpPr>
            <p:grpSpPr>
              <a:xfrm>
                <a:off x="8735400" y="3255480"/>
                <a:ext cx="133920" cy="133920"/>
                <a:chOff x="8735400" y="3255480"/>
                <a:chExt cx="133920" cy="133920"/>
              </a:xfrm>
            </p:grpSpPr>
            <p:sp>
              <p:nvSpPr>
                <p:cNvPr id="856" name="Google Shape;1202;p26"/>
                <p:cNvSpPr/>
                <p:nvPr/>
              </p:nvSpPr>
              <p:spPr>
                <a:xfrm>
                  <a:off x="8735400" y="3255480"/>
                  <a:ext cx="133920" cy="133920"/>
                </a:xfrm>
                <a:prstGeom prst="ellipse">
                  <a:avLst/>
                </a:prstGeom>
                <a:noFill/>
                <a:ln w="9525">
                  <a:solidFill>
                    <a:srgbClr val="0C0A9E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520" bIns="475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57" name="Google Shape;1203;p26"/>
                <p:cNvSpPr/>
                <p:nvPr/>
              </p:nvSpPr>
              <p:spPr>
                <a:xfrm>
                  <a:off x="8754120" y="3274560"/>
                  <a:ext cx="96120" cy="961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858" name="Google Shape;1204;p26"/>
              <p:cNvGrpSpPr/>
              <p:nvPr/>
            </p:nvGrpSpPr>
            <p:grpSpPr>
              <a:xfrm>
                <a:off x="8678880" y="311040"/>
                <a:ext cx="133560" cy="133560"/>
                <a:chOff x="8678880" y="311040"/>
                <a:chExt cx="133560" cy="133560"/>
              </a:xfrm>
            </p:grpSpPr>
            <p:sp>
              <p:nvSpPr>
                <p:cNvPr id="859" name="Google Shape;1205;p26"/>
                <p:cNvSpPr/>
                <p:nvPr/>
              </p:nvSpPr>
              <p:spPr>
                <a:xfrm>
                  <a:off x="8678880" y="31104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160" bIns="471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60" name="Google Shape;1206;p26"/>
                <p:cNvSpPr/>
                <p:nvPr/>
              </p:nvSpPr>
              <p:spPr>
                <a:xfrm>
                  <a:off x="8697600" y="33012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pic>
          <p:nvPicPr>
            <p:cNvPr id="861" name="Google Shape;1207;p26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>
              <a:off x="7081920" y="-1036440"/>
              <a:ext cx="2441520" cy="18633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862" name="Google Shape;1208;p26"/>
          <p:cNvGrpSpPr/>
          <p:nvPr/>
        </p:nvGrpSpPr>
        <p:grpSpPr>
          <a:xfrm>
            <a:off x="3984120" y="4933080"/>
            <a:ext cx="667800" cy="438840"/>
            <a:chOff x="3984120" y="4933080"/>
            <a:chExt cx="667800" cy="438840"/>
          </a:xfrm>
        </p:grpSpPr>
        <p:grpSp>
          <p:nvGrpSpPr>
            <p:cNvPr id="863" name="Google Shape;1209;p26"/>
            <p:cNvGrpSpPr/>
            <p:nvPr/>
          </p:nvGrpSpPr>
          <p:grpSpPr>
            <a:xfrm>
              <a:off x="3984120" y="4933080"/>
              <a:ext cx="438840" cy="438840"/>
              <a:chOff x="3984120" y="4933080"/>
              <a:chExt cx="438840" cy="438840"/>
            </a:xfrm>
          </p:grpSpPr>
          <p:sp>
            <p:nvSpPr>
              <p:cNvPr id="864" name="Google Shape;1210;p26"/>
              <p:cNvSpPr/>
              <p:nvPr/>
            </p:nvSpPr>
            <p:spPr>
              <a:xfrm rot="5400000">
                <a:off x="3984120" y="4933080"/>
                <a:ext cx="438840" cy="438840"/>
              </a:xfrm>
              <a:custGeom>
                <a:avLst/>
                <a:gdLst>
                  <a:gd name="textAreaLeft" fmla="*/ 0 w 438840"/>
                  <a:gd name="textAreaRight" fmla="*/ 439200 w 438840"/>
                  <a:gd name="textAreaTop" fmla="*/ 0 h 438840"/>
                  <a:gd name="textAreaBottom" fmla="*/ 439200 h 43884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65" name="Google Shape;1211;p26"/>
              <p:cNvSpPr/>
              <p:nvPr/>
            </p:nvSpPr>
            <p:spPr>
              <a:xfrm rot="5400000">
                <a:off x="4072320" y="5033160"/>
                <a:ext cx="262440" cy="239400"/>
              </a:xfrm>
              <a:custGeom>
                <a:avLst/>
                <a:gdLst>
                  <a:gd name="textAreaLeft" fmla="*/ 0 w 262440"/>
                  <a:gd name="textAreaRight" fmla="*/ 262800 w 262440"/>
                  <a:gd name="textAreaTop" fmla="*/ 0 h 239400"/>
                  <a:gd name="textAreaBottom" fmla="*/ 239760 h 23940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866" name="Google Shape;1212;p26"/>
            <p:cNvGrpSpPr/>
            <p:nvPr/>
          </p:nvGrpSpPr>
          <p:grpSpPr>
            <a:xfrm>
              <a:off x="4423320" y="5038200"/>
              <a:ext cx="228600" cy="228600"/>
              <a:chOff x="4423320" y="5038200"/>
              <a:chExt cx="228600" cy="228600"/>
            </a:xfrm>
          </p:grpSpPr>
          <p:sp>
            <p:nvSpPr>
              <p:cNvPr id="867" name="Google Shape;1213;p26"/>
              <p:cNvSpPr/>
              <p:nvPr/>
            </p:nvSpPr>
            <p:spPr>
              <a:xfrm rot="5400000">
                <a:off x="4423320" y="5038200"/>
                <a:ext cx="228600" cy="228600"/>
              </a:xfrm>
              <a:custGeom>
                <a:avLst/>
                <a:gdLst>
                  <a:gd name="textAreaLeft" fmla="*/ 0 w 228600"/>
                  <a:gd name="textAreaRight" fmla="*/ 228960 w 228600"/>
                  <a:gd name="textAreaTop" fmla="*/ 0 h 228600"/>
                  <a:gd name="textAreaBottom" fmla="*/ 228960 h 22860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68" name="Google Shape;1214;p26"/>
              <p:cNvSpPr/>
              <p:nvPr/>
            </p:nvSpPr>
            <p:spPr>
              <a:xfrm rot="5400000">
                <a:off x="4469040" y="5090040"/>
                <a:ext cx="136440" cy="124560"/>
              </a:xfrm>
              <a:custGeom>
                <a:avLst/>
                <a:gdLst>
                  <a:gd name="textAreaLeft" fmla="*/ 0 w 136440"/>
                  <a:gd name="textAreaRight" fmla="*/ 136800 w 136440"/>
                  <a:gd name="textAreaTop" fmla="*/ 0 h 124560"/>
                  <a:gd name="textAreaBottom" fmla="*/ 124920 h 12456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2280" bIns="622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870" name="Google Shape;1229;p27"/>
          <p:cNvGrpSpPr/>
          <p:nvPr/>
        </p:nvGrpSpPr>
        <p:grpSpPr>
          <a:xfrm>
            <a:off x="6102720" y="-1724760"/>
            <a:ext cx="4395240" cy="4161240"/>
            <a:chOff x="6102720" y="-1724760"/>
            <a:chExt cx="4395240" cy="4161240"/>
          </a:xfrm>
        </p:grpSpPr>
        <p:pic>
          <p:nvPicPr>
            <p:cNvPr id="871" name="Google Shape;1230;p27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>
              <a:off x="7437600" y="-672840"/>
              <a:ext cx="2441520" cy="186336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872" name="Google Shape;1231;p27"/>
            <p:cNvGrpSpPr/>
            <p:nvPr/>
          </p:nvGrpSpPr>
          <p:grpSpPr>
            <a:xfrm>
              <a:off x="6576120" y="-1724760"/>
              <a:ext cx="3921840" cy="4161240"/>
              <a:chOff x="6576120" y="-1724760"/>
              <a:chExt cx="3921840" cy="4161240"/>
            </a:xfrm>
          </p:grpSpPr>
          <p:sp>
            <p:nvSpPr>
              <p:cNvPr id="873" name="Google Shape;1232;p27"/>
              <p:cNvSpPr/>
              <p:nvPr/>
            </p:nvSpPr>
            <p:spPr>
              <a:xfrm rot="8100000" flipV="1">
                <a:off x="7268040" y="-1267920"/>
                <a:ext cx="2538000" cy="3008520"/>
              </a:xfrm>
              <a:custGeom>
                <a:avLst/>
                <a:gdLst>
                  <a:gd name="textAreaLeft" fmla="*/ 0 w 2538000"/>
                  <a:gd name="textAreaRight" fmla="*/ 2538360 w 2538000"/>
                  <a:gd name="textAreaTop" fmla="*/ -360 h 3008520"/>
                  <a:gd name="textAreaBottom" fmla="*/ 3008520 h 3008520"/>
                </a:gdLst>
                <a:ahLst/>
                <a:cxnLst/>
                <a:rect l="textAreaLeft" t="textAreaTop" r="textAreaRight" b="textAreaBottom"/>
                <a:pathLst>
                  <a:path w="97678" h="115794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74" name="Google Shape;1233;p27"/>
              <p:cNvSpPr/>
              <p:nvPr/>
            </p:nvSpPr>
            <p:spPr>
              <a:xfrm rot="8100000" flipV="1">
                <a:off x="7034760" y="-934200"/>
                <a:ext cx="1852560" cy="1936800"/>
              </a:xfrm>
              <a:custGeom>
                <a:avLst/>
                <a:gdLst>
                  <a:gd name="textAreaLeft" fmla="*/ 0 w 1852560"/>
                  <a:gd name="textAreaRight" fmla="*/ 1852920 w 1852560"/>
                  <a:gd name="textAreaTop" fmla="*/ 360 h 1936800"/>
                  <a:gd name="textAreaBottom" fmla="*/ 1937520 h 1936800"/>
                </a:gdLst>
                <a:ahLst/>
                <a:cxnLst/>
                <a:rect l="textAreaLeft" t="textAreaTop" r="textAreaRight" b="textAreaBottom"/>
                <a:pathLst>
                  <a:path w="71320" h="7455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75" name="Google Shape;1234;p27"/>
              <p:cNvSpPr/>
              <p:nvPr/>
            </p:nvSpPr>
            <p:spPr>
              <a:xfrm rot="8100000" flipV="1">
                <a:off x="7483680" y="-1037520"/>
                <a:ext cx="1997640" cy="3242880"/>
              </a:xfrm>
              <a:custGeom>
                <a:avLst/>
                <a:gdLst>
                  <a:gd name="textAreaLeft" fmla="*/ 0 w 1997640"/>
                  <a:gd name="textAreaRight" fmla="*/ 1998000 w 1997640"/>
                  <a:gd name="textAreaTop" fmla="*/ 360 h 3242880"/>
                  <a:gd name="textAreaBottom" fmla="*/ 3243600 h 3242880"/>
                </a:gdLst>
                <a:ahLst/>
                <a:cxnLst/>
                <a:rect l="textAreaLeft" t="textAreaTop" r="textAreaRight" b="textAreaBottom"/>
                <a:pathLst>
                  <a:path w="76882" h="124813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876" name="Google Shape;1235;p27"/>
            <p:cNvGrpSpPr/>
            <p:nvPr/>
          </p:nvGrpSpPr>
          <p:grpSpPr>
            <a:xfrm>
              <a:off x="6102720" y="-125280"/>
              <a:ext cx="803160" cy="493560"/>
              <a:chOff x="6102720" y="-125280"/>
              <a:chExt cx="803160" cy="493560"/>
            </a:xfrm>
          </p:grpSpPr>
          <p:sp>
            <p:nvSpPr>
              <p:cNvPr id="877" name="Google Shape;1236;p27"/>
              <p:cNvSpPr/>
              <p:nvPr/>
            </p:nvSpPr>
            <p:spPr>
              <a:xfrm>
                <a:off x="6102720" y="-76320"/>
                <a:ext cx="283680" cy="245520"/>
              </a:xfrm>
              <a:custGeom>
                <a:avLst/>
                <a:gdLst>
                  <a:gd name="textAreaLeft" fmla="*/ 0 w 283680"/>
                  <a:gd name="textAreaRight" fmla="*/ 284040 w 283680"/>
                  <a:gd name="textAreaTop" fmla="*/ 0 h 245520"/>
                  <a:gd name="textAreaBottom" fmla="*/ 245880 h 24552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78" name="Google Shape;1237;p27"/>
              <p:cNvSpPr/>
              <p:nvPr/>
            </p:nvSpPr>
            <p:spPr>
              <a:xfrm>
                <a:off x="6335640" y="-125280"/>
                <a:ext cx="570240" cy="493560"/>
              </a:xfrm>
              <a:custGeom>
                <a:avLst/>
                <a:gdLst>
                  <a:gd name="textAreaLeft" fmla="*/ 0 w 570240"/>
                  <a:gd name="textAreaRight" fmla="*/ 570600 w 570240"/>
                  <a:gd name="textAreaTop" fmla="*/ 0 h 493560"/>
                  <a:gd name="textAreaBottom" fmla="*/ 493920 h 4935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879" name="Google Shape;1238;p27"/>
          <p:cNvGrpSpPr/>
          <p:nvPr/>
        </p:nvGrpSpPr>
        <p:grpSpPr>
          <a:xfrm>
            <a:off x="-1089000" y="4200480"/>
            <a:ext cx="5368320" cy="1863360"/>
            <a:chOff x="-1089000" y="4200480"/>
            <a:chExt cx="5368320" cy="1863360"/>
          </a:xfrm>
        </p:grpSpPr>
        <p:grpSp>
          <p:nvGrpSpPr>
            <p:cNvPr id="880" name="Google Shape;1239;p27"/>
            <p:cNvGrpSpPr/>
            <p:nvPr/>
          </p:nvGrpSpPr>
          <p:grpSpPr>
            <a:xfrm>
              <a:off x="-185040" y="4598280"/>
              <a:ext cx="904320" cy="725760"/>
              <a:chOff x="-185040" y="4598280"/>
              <a:chExt cx="904320" cy="725760"/>
            </a:xfrm>
          </p:grpSpPr>
          <p:sp>
            <p:nvSpPr>
              <p:cNvPr id="881" name="Google Shape;1240;p27"/>
              <p:cNvSpPr/>
              <p:nvPr/>
            </p:nvSpPr>
            <p:spPr>
              <a:xfrm>
                <a:off x="46440" y="4741560"/>
                <a:ext cx="672840" cy="582480"/>
              </a:xfrm>
              <a:custGeom>
                <a:avLst/>
                <a:gdLst>
                  <a:gd name="textAreaLeft" fmla="*/ 0 w 672840"/>
                  <a:gd name="textAreaRight" fmla="*/ 673200 w 672840"/>
                  <a:gd name="textAreaTop" fmla="*/ 0 h 582480"/>
                  <a:gd name="textAreaBottom" fmla="*/ 582840 h 5824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82" name="Google Shape;1241;p27"/>
              <p:cNvSpPr/>
              <p:nvPr/>
            </p:nvSpPr>
            <p:spPr>
              <a:xfrm>
                <a:off x="34200" y="459828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83" name="Google Shape;1242;p27"/>
              <p:cNvSpPr/>
              <p:nvPr/>
            </p:nvSpPr>
            <p:spPr>
              <a:xfrm>
                <a:off x="-185040" y="474156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pic>
          <p:nvPicPr>
            <p:cNvPr id="884" name="Google Shape;1243;p27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>
              <a:off x="1837800" y="4200480"/>
              <a:ext cx="2441520" cy="186336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885" name="Google Shape;1244;p27"/>
            <p:cNvGrpSpPr/>
            <p:nvPr/>
          </p:nvGrpSpPr>
          <p:grpSpPr>
            <a:xfrm>
              <a:off x="241560" y="4799880"/>
              <a:ext cx="596880" cy="322920"/>
              <a:chOff x="241560" y="4799880"/>
              <a:chExt cx="596880" cy="322920"/>
            </a:xfrm>
          </p:grpSpPr>
          <p:grpSp>
            <p:nvGrpSpPr>
              <p:cNvPr id="886" name="Google Shape;1245;p27"/>
              <p:cNvGrpSpPr/>
              <p:nvPr/>
            </p:nvGrpSpPr>
            <p:grpSpPr>
              <a:xfrm>
                <a:off x="415080" y="4973760"/>
                <a:ext cx="423360" cy="149040"/>
                <a:chOff x="415080" y="4973760"/>
                <a:chExt cx="423360" cy="149040"/>
              </a:xfrm>
            </p:grpSpPr>
            <p:sp>
              <p:nvSpPr>
                <p:cNvPr id="887" name="Google Shape;1246;p27"/>
                <p:cNvSpPr/>
                <p:nvPr/>
              </p:nvSpPr>
              <p:spPr>
                <a:xfrm rot="18900000">
                  <a:off x="436680" y="4995360"/>
                  <a:ext cx="105480" cy="105480"/>
                </a:xfrm>
                <a:custGeom>
                  <a:avLst/>
                  <a:gdLst>
                    <a:gd name="textAreaLeft" fmla="*/ 0 w 105480"/>
                    <a:gd name="textAreaRight" fmla="*/ 105840 w 105480"/>
                    <a:gd name="textAreaTop" fmla="*/ 0 h 105480"/>
                    <a:gd name="textAreaBottom" fmla="*/ 105840 h 10548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2920" bIns="52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88" name="Google Shape;1247;p27"/>
                <p:cNvSpPr/>
                <p:nvPr/>
              </p:nvSpPr>
              <p:spPr>
                <a:xfrm rot="18900000">
                  <a:off x="482400" y="4995360"/>
                  <a:ext cx="105480" cy="105480"/>
                </a:xfrm>
                <a:custGeom>
                  <a:avLst/>
                  <a:gdLst>
                    <a:gd name="textAreaLeft" fmla="*/ 0 w 105480"/>
                    <a:gd name="textAreaRight" fmla="*/ 105840 w 105480"/>
                    <a:gd name="textAreaTop" fmla="*/ 0 h 105480"/>
                    <a:gd name="textAreaBottom" fmla="*/ 105840 h 105480"/>
                  </a:gdLst>
                  <a:ahLst/>
                  <a:cxnLst/>
                  <a:rect l="textAreaLeft" t="textAreaTop" r="textAreaRight" b="textAreaBottom"/>
                  <a:pathLst>
                    <a:path w="9996" h="9995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2920" bIns="52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89" name="Google Shape;1248;p27"/>
                <p:cNvSpPr/>
                <p:nvPr/>
              </p:nvSpPr>
              <p:spPr>
                <a:xfrm rot="18900000">
                  <a:off x="528120" y="4995360"/>
                  <a:ext cx="105480" cy="105480"/>
                </a:xfrm>
                <a:custGeom>
                  <a:avLst/>
                  <a:gdLst>
                    <a:gd name="textAreaLeft" fmla="*/ 0 w 105480"/>
                    <a:gd name="textAreaRight" fmla="*/ 105840 w 105480"/>
                    <a:gd name="textAreaTop" fmla="*/ 0 h 105480"/>
                    <a:gd name="textAreaBottom" fmla="*/ 105840 h 10548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2920" bIns="52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90" name="Google Shape;1249;p27"/>
                <p:cNvSpPr/>
                <p:nvPr/>
              </p:nvSpPr>
              <p:spPr>
                <a:xfrm rot="18900000">
                  <a:off x="573840" y="4995360"/>
                  <a:ext cx="105480" cy="105120"/>
                </a:xfrm>
                <a:custGeom>
                  <a:avLst/>
                  <a:gdLst>
                    <a:gd name="textAreaLeft" fmla="*/ 0 w 105480"/>
                    <a:gd name="textAreaRight" fmla="*/ 105840 w 105480"/>
                    <a:gd name="textAreaTop" fmla="*/ 0 h 105120"/>
                    <a:gd name="textAreaBottom" fmla="*/ 105480 h 105120"/>
                  </a:gdLst>
                  <a:ahLst/>
                  <a:cxnLst/>
                  <a:rect l="textAreaLeft" t="textAreaTop" r="textAreaRight" b="textAreaBottom"/>
                  <a:pathLst>
                    <a:path w="9995" h="9981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2560" bIns="52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91" name="Google Shape;1250;p27"/>
                <p:cNvSpPr/>
                <p:nvPr/>
              </p:nvSpPr>
              <p:spPr>
                <a:xfrm rot="18900000">
                  <a:off x="619560" y="4995360"/>
                  <a:ext cx="105480" cy="105480"/>
                </a:xfrm>
                <a:custGeom>
                  <a:avLst/>
                  <a:gdLst>
                    <a:gd name="textAreaLeft" fmla="*/ 0 w 105480"/>
                    <a:gd name="textAreaRight" fmla="*/ 105840 w 105480"/>
                    <a:gd name="textAreaTop" fmla="*/ 0 h 105480"/>
                    <a:gd name="textAreaBottom" fmla="*/ 105840 h 10548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2920" bIns="52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92" name="Google Shape;1251;p27"/>
                <p:cNvSpPr/>
                <p:nvPr/>
              </p:nvSpPr>
              <p:spPr>
                <a:xfrm rot="18900000">
                  <a:off x="665280" y="4995720"/>
                  <a:ext cx="105120" cy="105120"/>
                </a:xfrm>
                <a:custGeom>
                  <a:avLst/>
                  <a:gdLst>
                    <a:gd name="textAreaLeft" fmla="*/ 0 w 105120"/>
                    <a:gd name="textAreaRight" fmla="*/ 105480 w 105120"/>
                    <a:gd name="textAreaTop" fmla="*/ 0 h 105120"/>
                    <a:gd name="textAreaBottom" fmla="*/ 105480 h 105120"/>
                  </a:gdLst>
                  <a:ahLst/>
                  <a:cxnLst/>
                  <a:rect l="textAreaLeft" t="textAreaTop" r="textAreaRight" b="textAreaBottom"/>
                  <a:pathLst>
                    <a:path w="9980" h="9981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2560" bIns="52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93" name="Google Shape;1252;p27"/>
                <p:cNvSpPr/>
                <p:nvPr/>
              </p:nvSpPr>
              <p:spPr>
                <a:xfrm rot="18900000">
                  <a:off x="711000" y="4995360"/>
                  <a:ext cx="105480" cy="105480"/>
                </a:xfrm>
                <a:custGeom>
                  <a:avLst/>
                  <a:gdLst>
                    <a:gd name="textAreaLeft" fmla="*/ 0 w 105480"/>
                    <a:gd name="textAreaRight" fmla="*/ 105840 w 105480"/>
                    <a:gd name="textAreaTop" fmla="*/ 0 h 105480"/>
                    <a:gd name="textAreaBottom" fmla="*/ 105840 h 10548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2920" bIns="52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894" name="Google Shape;1253;p27"/>
              <p:cNvGrpSpPr/>
              <p:nvPr/>
            </p:nvGrpSpPr>
            <p:grpSpPr>
              <a:xfrm>
                <a:off x="241560" y="4799880"/>
                <a:ext cx="423000" cy="149400"/>
                <a:chOff x="241560" y="4799880"/>
                <a:chExt cx="423000" cy="149400"/>
              </a:xfrm>
            </p:grpSpPr>
            <p:sp>
              <p:nvSpPr>
                <p:cNvPr id="895" name="Google Shape;1254;p27"/>
                <p:cNvSpPr/>
                <p:nvPr/>
              </p:nvSpPr>
              <p:spPr>
                <a:xfrm rot="18900000">
                  <a:off x="263160" y="4821480"/>
                  <a:ext cx="105480" cy="105480"/>
                </a:xfrm>
                <a:custGeom>
                  <a:avLst/>
                  <a:gdLst>
                    <a:gd name="textAreaLeft" fmla="*/ 0 w 105480"/>
                    <a:gd name="textAreaRight" fmla="*/ 105840 w 105480"/>
                    <a:gd name="textAreaTop" fmla="*/ 0 h 105480"/>
                    <a:gd name="textAreaBottom" fmla="*/ 105840 h 10548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2920" bIns="52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96" name="Google Shape;1255;p27"/>
                <p:cNvSpPr/>
                <p:nvPr/>
              </p:nvSpPr>
              <p:spPr>
                <a:xfrm rot="18900000">
                  <a:off x="308520" y="4821480"/>
                  <a:ext cx="105480" cy="105480"/>
                </a:xfrm>
                <a:custGeom>
                  <a:avLst/>
                  <a:gdLst>
                    <a:gd name="textAreaLeft" fmla="*/ 0 w 105480"/>
                    <a:gd name="textAreaRight" fmla="*/ 105840 w 105480"/>
                    <a:gd name="textAreaTop" fmla="*/ 0 h 105480"/>
                    <a:gd name="textAreaBottom" fmla="*/ 105840 h 105480"/>
                  </a:gdLst>
                  <a:ahLst/>
                  <a:cxnLst/>
                  <a:rect l="textAreaLeft" t="textAreaTop" r="textAreaRight" b="textAreaBottom"/>
                  <a:pathLst>
                    <a:path w="9996" h="9995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2920" bIns="52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97" name="Google Shape;1256;p27"/>
                <p:cNvSpPr/>
                <p:nvPr/>
              </p:nvSpPr>
              <p:spPr>
                <a:xfrm rot="18900000">
                  <a:off x="354600" y="4821480"/>
                  <a:ext cx="105480" cy="105480"/>
                </a:xfrm>
                <a:custGeom>
                  <a:avLst/>
                  <a:gdLst>
                    <a:gd name="textAreaLeft" fmla="*/ 0 w 105480"/>
                    <a:gd name="textAreaRight" fmla="*/ 105840 w 105480"/>
                    <a:gd name="textAreaTop" fmla="*/ 0 h 105480"/>
                    <a:gd name="textAreaBottom" fmla="*/ 105840 h 10548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2920" bIns="52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98" name="Google Shape;1257;p27"/>
                <p:cNvSpPr/>
                <p:nvPr/>
              </p:nvSpPr>
              <p:spPr>
                <a:xfrm rot="18900000">
                  <a:off x="399960" y="4821840"/>
                  <a:ext cx="105480" cy="105120"/>
                </a:xfrm>
                <a:custGeom>
                  <a:avLst/>
                  <a:gdLst>
                    <a:gd name="textAreaLeft" fmla="*/ 0 w 105480"/>
                    <a:gd name="textAreaRight" fmla="*/ 105840 w 105480"/>
                    <a:gd name="textAreaTop" fmla="*/ 0 h 105120"/>
                    <a:gd name="textAreaBottom" fmla="*/ 105480 h 105120"/>
                  </a:gdLst>
                  <a:ahLst/>
                  <a:cxnLst/>
                  <a:rect l="textAreaLeft" t="textAreaTop" r="textAreaRight" b="textAreaBottom"/>
                  <a:pathLst>
                    <a:path w="9995" h="9981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2560" bIns="52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99" name="Google Shape;1258;p27"/>
                <p:cNvSpPr/>
                <p:nvPr/>
              </p:nvSpPr>
              <p:spPr>
                <a:xfrm rot="18900000">
                  <a:off x="446040" y="4821840"/>
                  <a:ext cx="105480" cy="105480"/>
                </a:xfrm>
                <a:custGeom>
                  <a:avLst/>
                  <a:gdLst>
                    <a:gd name="textAreaLeft" fmla="*/ 0 w 105480"/>
                    <a:gd name="textAreaRight" fmla="*/ 105840 w 105480"/>
                    <a:gd name="textAreaTop" fmla="*/ 0 h 105480"/>
                    <a:gd name="textAreaBottom" fmla="*/ 105840 h 10548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2920" bIns="52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00" name="Google Shape;1259;p27"/>
                <p:cNvSpPr/>
                <p:nvPr/>
              </p:nvSpPr>
              <p:spPr>
                <a:xfrm rot="18900000">
                  <a:off x="491760" y="4821840"/>
                  <a:ext cx="105120" cy="105120"/>
                </a:xfrm>
                <a:custGeom>
                  <a:avLst/>
                  <a:gdLst>
                    <a:gd name="textAreaLeft" fmla="*/ 0 w 105120"/>
                    <a:gd name="textAreaRight" fmla="*/ 105480 w 105120"/>
                    <a:gd name="textAreaTop" fmla="*/ 0 h 105120"/>
                    <a:gd name="textAreaBottom" fmla="*/ 105480 h 105120"/>
                  </a:gdLst>
                  <a:ahLst/>
                  <a:cxnLst/>
                  <a:rect l="textAreaLeft" t="textAreaTop" r="textAreaRight" b="textAreaBottom"/>
                  <a:pathLst>
                    <a:path w="9980" h="9981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2560" bIns="52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01" name="Google Shape;1260;p27"/>
                <p:cNvSpPr/>
                <p:nvPr/>
              </p:nvSpPr>
              <p:spPr>
                <a:xfrm rot="18900000">
                  <a:off x="537120" y="4821840"/>
                  <a:ext cx="105480" cy="105480"/>
                </a:xfrm>
                <a:custGeom>
                  <a:avLst/>
                  <a:gdLst>
                    <a:gd name="textAreaLeft" fmla="*/ 0 w 105480"/>
                    <a:gd name="textAreaRight" fmla="*/ 105840 w 105480"/>
                    <a:gd name="textAreaTop" fmla="*/ 0 h 105480"/>
                    <a:gd name="textAreaBottom" fmla="*/ 105840 h 10548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2920" bIns="52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902" name="Google Shape;1261;p27"/>
            <p:cNvGrpSpPr/>
            <p:nvPr/>
          </p:nvGrpSpPr>
          <p:grpSpPr>
            <a:xfrm>
              <a:off x="-1089000" y="4894200"/>
              <a:ext cx="4558680" cy="133920"/>
              <a:chOff x="-1089000" y="4894200"/>
              <a:chExt cx="4558680" cy="133920"/>
            </a:xfrm>
          </p:grpSpPr>
          <p:sp>
            <p:nvSpPr>
              <p:cNvPr id="903" name="Google Shape;1262;p27"/>
              <p:cNvSpPr/>
              <p:nvPr/>
            </p:nvSpPr>
            <p:spPr>
              <a:xfrm>
                <a:off x="3335760" y="4894200"/>
                <a:ext cx="133920" cy="13392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520" bIns="47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cxnSp>
            <p:nvCxnSpPr>
              <p:cNvPr id="904" name="Google Shape;1263;p27"/>
              <p:cNvCxnSpPr/>
              <p:nvPr/>
            </p:nvCxnSpPr>
            <p:spPr>
              <a:xfrm>
                <a:off x="-1089000" y="4961160"/>
                <a:ext cx="4462920" cy="36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905" name="Google Shape;1264;p27"/>
              <p:cNvSpPr/>
              <p:nvPr/>
            </p:nvSpPr>
            <p:spPr>
              <a:xfrm>
                <a:off x="3366000" y="492444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PlaceHolder 1"/>
          <p:cNvSpPr>
            <a:spLocks noGrp="1"/>
          </p:cNvSpPr>
          <p:nvPr>
            <p:ph type="title"/>
          </p:nvPr>
        </p:nvSpPr>
        <p:spPr>
          <a:xfrm>
            <a:off x="2358360" y="664920"/>
            <a:ext cx="46965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200" b="1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xx%</a:t>
            </a:r>
            <a:endParaRPr lang="fr-FR" sz="4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07" name="PlaceHolder 2"/>
          <p:cNvSpPr>
            <a:spLocks noGrp="1"/>
          </p:cNvSpPr>
          <p:nvPr>
            <p:ph type="title"/>
          </p:nvPr>
        </p:nvSpPr>
        <p:spPr>
          <a:xfrm>
            <a:off x="2358360" y="2027160"/>
            <a:ext cx="46965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200" b="1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xx%</a:t>
            </a:r>
            <a:endParaRPr lang="fr-FR" sz="4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08" name="PlaceHolder 3"/>
          <p:cNvSpPr>
            <a:spLocks noGrp="1"/>
          </p:cNvSpPr>
          <p:nvPr>
            <p:ph type="title"/>
          </p:nvPr>
        </p:nvSpPr>
        <p:spPr>
          <a:xfrm>
            <a:off x="2358360" y="3390480"/>
            <a:ext cx="46965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200" b="1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xx%</a:t>
            </a:r>
            <a:endParaRPr lang="fr-FR" sz="4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09" name="Google Shape;1272;p28"/>
          <p:cNvSpPr/>
          <p:nvPr/>
        </p:nvSpPr>
        <p:spPr>
          <a:xfrm>
            <a:off x="6751080" y="2645640"/>
            <a:ext cx="2924640" cy="2945160"/>
          </a:xfrm>
          <a:prstGeom prst="ellipse">
            <a:avLst/>
          </a:prstGeom>
          <a:gradFill rotWithShape="0">
            <a:gsLst>
              <a:gs pos="0">
                <a:srgbClr val="F5F8FF"/>
              </a:gs>
              <a:gs pos="18000">
                <a:srgbClr val="F5F8FF"/>
              </a:gs>
              <a:gs pos="56000">
                <a:srgbClr val="FFFFFF">
                  <a:alpha val="0"/>
                </a:srgbClr>
              </a:gs>
              <a:gs pos="74000">
                <a:srgbClr val="F5F8FF"/>
              </a:gs>
              <a:gs pos="100000">
                <a:srgbClr val="9900FF">
                  <a:alpha val="29000"/>
                </a:srgbClr>
              </a:gs>
            </a:gsLst>
            <a:path path="circle">
              <a:fillToRect r="100000" b="10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910" name="Google Shape;1273;p28"/>
          <p:cNvGrpSpPr/>
          <p:nvPr/>
        </p:nvGrpSpPr>
        <p:grpSpPr>
          <a:xfrm>
            <a:off x="8360280" y="-226080"/>
            <a:ext cx="438840" cy="438840"/>
            <a:chOff x="8360280" y="-226080"/>
            <a:chExt cx="438840" cy="438840"/>
          </a:xfrm>
        </p:grpSpPr>
        <p:sp>
          <p:nvSpPr>
            <p:cNvPr id="911" name="Google Shape;1274;p28"/>
            <p:cNvSpPr/>
            <p:nvPr/>
          </p:nvSpPr>
          <p:spPr>
            <a:xfrm rot="5400000">
              <a:off x="8360280" y="-226080"/>
              <a:ext cx="438840" cy="438840"/>
            </a:xfrm>
            <a:custGeom>
              <a:avLst/>
              <a:gdLst>
                <a:gd name="textAreaLeft" fmla="*/ 0 w 438840"/>
                <a:gd name="textAreaRight" fmla="*/ 439200 w 438840"/>
                <a:gd name="textAreaTop" fmla="*/ 0 h 438840"/>
                <a:gd name="textAreaBottom" fmla="*/ 439200 h 438840"/>
              </a:gdLst>
              <a:ahLst/>
              <a:cxnLst/>
              <a:rect l="textAreaLeft" t="textAreaTop" r="textAreaRight" b="textAreaBottom"/>
              <a:pathLst>
                <a:path w="17568" h="17564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2" name="Google Shape;1275;p28"/>
            <p:cNvSpPr/>
            <p:nvPr/>
          </p:nvSpPr>
          <p:spPr>
            <a:xfrm rot="5400000">
              <a:off x="8448120" y="-126360"/>
              <a:ext cx="262440" cy="239400"/>
            </a:xfrm>
            <a:custGeom>
              <a:avLst/>
              <a:gdLst>
                <a:gd name="textAreaLeft" fmla="*/ 0 w 262440"/>
                <a:gd name="textAreaRight" fmla="*/ 262800 w 262440"/>
                <a:gd name="textAreaTop" fmla="*/ 0 h 239400"/>
                <a:gd name="textAreaBottom" fmla="*/ 239760 h 239400"/>
              </a:gdLst>
              <a:ahLst/>
              <a:cxnLst/>
              <a:rect l="textAreaLeft" t="textAreaTop" r="textAreaRight" b="textAreaBottom"/>
              <a:pathLst>
                <a:path w="10514" h="9588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913" name="Google Shape;1276;p28"/>
          <p:cNvGrpSpPr/>
          <p:nvPr/>
        </p:nvGrpSpPr>
        <p:grpSpPr>
          <a:xfrm>
            <a:off x="-903240" y="4838040"/>
            <a:ext cx="4558680" cy="133920"/>
            <a:chOff x="-903240" y="4838040"/>
            <a:chExt cx="4558680" cy="133920"/>
          </a:xfrm>
        </p:grpSpPr>
        <p:sp>
          <p:nvSpPr>
            <p:cNvPr id="914" name="Google Shape;1277;p28"/>
            <p:cNvSpPr/>
            <p:nvPr/>
          </p:nvSpPr>
          <p:spPr>
            <a:xfrm>
              <a:off x="3521520" y="4838040"/>
              <a:ext cx="133920" cy="133920"/>
            </a:xfrm>
            <a:prstGeom prst="ellipse">
              <a:avLst/>
            </a:prstGeom>
            <a:noFill/>
            <a:ln w="9525">
              <a:solidFill>
                <a:srgbClr val="0C0A9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520" bIns="47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915" name="Google Shape;1278;p28"/>
            <p:cNvCxnSpPr/>
            <p:nvPr/>
          </p:nvCxnSpPr>
          <p:spPr>
            <a:xfrm>
              <a:off x="-903240" y="4905000"/>
              <a:ext cx="4462920" cy="360"/>
            </a:xfrm>
            <a:prstGeom prst="straightConnector1">
              <a:avLst/>
            </a:prstGeom>
            <a:ln w="9525">
              <a:solidFill>
                <a:srgbClr val="0C0A9E"/>
              </a:solidFill>
              <a:round/>
            </a:ln>
          </p:spPr>
        </p:cxnSp>
        <p:sp>
          <p:nvSpPr>
            <p:cNvPr id="916" name="Google Shape;1279;p28"/>
            <p:cNvSpPr/>
            <p:nvPr/>
          </p:nvSpPr>
          <p:spPr>
            <a:xfrm>
              <a:off x="3551760" y="4868280"/>
              <a:ext cx="73440" cy="734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33" name="PlaceHolder 2"/>
          <p:cNvSpPr>
            <a:spLocks noGrp="1"/>
          </p:cNvSpPr>
          <p:nvPr>
            <p:ph type="body"/>
          </p:nvPr>
        </p:nvSpPr>
        <p:spPr>
          <a:xfrm>
            <a:off x="720000" y="1139400"/>
            <a:ext cx="7703640" cy="411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grpSp>
        <p:nvGrpSpPr>
          <p:cNvPr id="1034" name="Google Shape;143;p4"/>
          <p:cNvGrpSpPr/>
          <p:nvPr/>
        </p:nvGrpSpPr>
        <p:grpSpPr>
          <a:xfrm>
            <a:off x="7365240" y="-1147680"/>
            <a:ext cx="3732840" cy="6536520"/>
            <a:chOff x="7365240" y="-1147680"/>
            <a:chExt cx="3732840" cy="6536520"/>
          </a:xfrm>
        </p:grpSpPr>
        <p:pic>
          <p:nvPicPr>
            <p:cNvPr id="1035" name="Google Shape;144;p4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>
              <a:off x="7365240" y="-1147680"/>
              <a:ext cx="3732840" cy="28486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036" name="Google Shape;145;p4"/>
            <p:cNvGrpSpPr/>
            <p:nvPr/>
          </p:nvGrpSpPr>
          <p:grpSpPr>
            <a:xfrm>
              <a:off x="7544880" y="540000"/>
              <a:ext cx="1518120" cy="3030120"/>
              <a:chOff x="7544880" y="540000"/>
              <a:chExt cx="1518120" cy="3030120"/>
            </a:xfrm>
          </p:grpSpPr>
          <p:sp>
            <p:nvSpPr>
              <p:cNvPr id="1037" name="Google Shape;146;p4"/>
              <p:cNvSpPr/>
              <p:nvPr/>
            </p:nvSpPr>
            <p:spPr>
              <a:xfrm rot="10800000">
                <a:off x="7642440" y="737280"/>
                <a:ext cx="1420560" cy="2832840"/>
              </a:xfrm>
              <a:custGeom>
                <a:avLst/>
                <a:gdLst>
                  <a:gd name="textAreaLeft" fmla="*/ 0 w 1420560"/>
                  <a:gd name="textAreaRight" fmla="*/ 1420920 w 1420560"/>
                  <a:gd name="textAreaTop" fmla="*/ 0 h 2832840"/>
                  <a:gd name="textAreaBottom" fmla="*/ 2833200 h 2832840"/>
                </a:gdLst>
                <a:ahLst/>
                <a:cxnLst/>
                <a:rect l="textAreaLeft" t="textAreaTop" r="textAreaRight" b="textAreaBottom"/>
                <a:pathLst>
                  <a:path w="34647" h="69081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38" name="Google Shape;147;p4"/>
              <p:cNvSpPr/>
              <p:nvPr/>
            </p:nvSpPr>
            <p:spPr>
              <a:xfrm rot="10800000">
                <a:off x="7544880" y="540000"/>
                <a:ext cx="1420560" cy="2832840"/>
              </a:xfrm>
              <a:custGeom>
                <a:avLst/>
                <a:gdLst>
                  <a:gd name="textAreaLeft" fmla="*/ 0 w 1420560"/>
                  <a:gd name="textAreaRight" fmla="*/ 1420920 w 1420560"/>
                  <a:gd name="textAreaTop" fmla="*/ 0 h 2832840"/>
                  <a:gd name="textAreaBottom" fmla="*/ 2833200 h 2832840"/>
                </a:gdLst>
                <a:ahLst/>
                <a:cxnLst/>
                <a:rect l="textAreaLeft" t="textAreaTop" r="textAreaRight" b="textAreaBottom"/>
                <a:pathLst>
                  <a:path w="34647" h="69081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039" name="Google Shape;148;p4"/>
            <p:cNvSpPr/>
            <p:nvPr/>
          </p:nvSpPr>
          <p:spPr>
            <a:xfrm rot="5400000">
              <a:off x="8250840" y="-876960"/>
              <a:ext cx="1420560" cy="2832840"/>
            </a:xfrm>
            <a:custGeom>
              <a:avLst/>
              <a:gdLst>
                <a:gd name="textAreaLeft" fmla="*/ 0 w 1420560"/>
                <a:gd name="textAreaRight" fmla="*/ 1420920 w 1420560"/>
                <a:gd name="textAreaTop" fmla="*/ 0 h 2832840"/>
                <a:gd name="textAreaBottom" fmla="*/ 2833200 h 283284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040" name="Google Shape;149;p4"/>
            <p:cNvGrpSpPr/>
            <p:nvPr/>
          </p:nvGrpSpPr>
          <p:grpSpPr>
            <a:xfrm>
              <a:off x="7893360" y="270000"/>
              <a:ext cx="3152880" cy="5118840"/>
              <a:chOff x="7893360" y="270000"/>
              <a:chExt cx="3152880" cy="5118840"/>
            </a:xfrm>
          </p:grpSpPr>
          <p:sp>
            <p:nvSpPr>
              <p:cNvPr id="1041" name="Google Shape;150;p4"/>
              <p:cNvSpPr/>
              <p:nvPr/>
            </p:nvSpPr>
            <p:spPr>
              <a:xfrm>
                <a:off x="7893360" y="270000"/>
                <a:ext cx="3152880" cy="5118840"/>
              </a:xfrm>
              <a:custGeom>
                <a:avLst/>
                <a:gdLst>
                  <a:gd name="textAreaLeft" fmla="*/ 0 w 3152880"/>
                  <a:gd name="textAreaRight" fmla="*/ 3153240 w 3152880"/>
                  <a:gd name="textAreaTop" fmla="*/ 0 h 5118840"/>
                  <a:gd name="textAreaBottom" fmla="*/ 5119200 h 5118840"/>
                </a:gdLst>
                <a:ahLst/>
                <a:cxnLst/>
                <a:rect l="textAreaLeft" t="textAreaTop" r="textAreaRight" b="textAreaBottom"/>
                <a:pathLst>
                  <a:path w="76882" h="124813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1042" name="Google Shape;151;p4"/>
              <p:cNvGrpSpPr/>
              <p:nvPr/>
            </p:nvGrpSpPr>
            <p:grpSpPr>
              <a:xfrm>
                <a:off x="8345160" y="4736520"/>
                <a:ext cx="133560" cy="133560"/>
                <a:chOff x="8345160" y="4736520"/>
                <a:chExt cx="133560" cy="133560"/>
              </a:xfrm>
            </p:grpSpPr>
            <p:sp>
              <p:nvSpPr>
                <p:cNvPr id="1043" name="Google Shape;152;p4"/>
                <p:cNvSpPr/>
                <p:nvPr/>
              </p:nvSpPr>
              <p:spPr>
                <a:xfrm>
                  <a:off x="8345160" y="473652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160" bIns="471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44" name="Google Shape;153;p4"/>
                <p:cNvSpPr/>
                <p:nvPr/>
              </p:nvSpPr>
              <p:spPr>
                <a:xfrm>
                  <a:off x="8364240" y="475524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045" name="Google Shape;154;p4"/>
              <p:cNvGrpSpPr/>
              <p:nvPr/>
            </p:nvGrpSpPr>
            <p:grpSpPr>
              <a:xfrm>
                <a:off x="8940600" y="3794760"/>
                <a:ext cx="133560" cy="133560"/>
                <a:chOff x="8940600" y="3794760"/>
                <a:chExt cx="133560" cy="133560"/>
              </a:xfrm>
            </p:grpSpPr>
            <p:sp>
              <p:nvSpPr>
                <p:cNvPr id="1046" name="Google Shape;155;p4"/>
                <p:cNvSpPr/>
                <p:nvPr/>
              </p:nvSpPr>
              <p:spPr>
                <a:xfrm>
                  <a:off x="8940600" y="379476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160" bIns="471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47" name="Google Shape;156;p4"/>
                <p:cNvSpPr/>
                <p:nvPr/>
              </p:nvSpPr>
              <p:spPr>
                <a:xfrm>
                  <a:off x="8959680" y="381348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048" name="Google Shape;157;p4"/>
              <p:cNvGrpSpPr/>
              <p:nvPr/>
            </p:nvGrpSpPr>
            <p:grpSpPr>
              <a:xfrm>
                <a:off x="8806680" y="2424600"/>
                <a:ext cx="133560" cy="133560"/>
                <a:chOff x="8806680" y="2424600"/>
                <a:chExt cx="133560" cy="133560"/>
              </a:xfrm>
            </p:grpSpPr>
            <p:sp>
              <p:nvSpPr>
                <p:cNvPr id="1049" name="Google Shape;158;p4"/>
                <p:cNvSpPr/>
                <p:nvPr/>
              </p:nvSpPr>
              <p:spPr>
                <a:xfrm>
                  <a:off x="8806680" y="242460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160" bIns="471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50" name="Google Shape;159;p4"/>
                <p:cNvSpPr/>
                <p:nvPr/>
              </p:nvSpPr>
              <p:spPr>
                <a:xfrm>
                  <a:off x="8825400" y="244368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grpSp>
        <p:nvGrpSpPr>
          <p:cNvPr id="1051" name="Google Shape;160;p4"/>
          <p:cNvGrpSpPr/>
          <p:nvPr/>
        </p:nvGrpSpPr>
        <p:grpSpPr>
          <a:xfrm>
            <a:off x="-575640" y="3774240"/>
            <a:ext cx="1954800" cy="2072160"/>
            <a:chOff x="-575640" y="3774240"/>
            <a:chExt cx="1954800" cy="2072160"/>
          </a:xfrm>
        </p:grpSpPr>
        <p:sp>
          <p:nvSpPr>
            <p:cNvPr id="1052" name="Google Shape;161;p4"/>
            <p:cNvSpPr/>
            <p:nvPr/>
          </p:nvSpPr>
          <p:spPr>
            <a:xfrm rot="8271000">
              <a:off x="275400" y="3614760"/>
              <a:ext cx="396360" cy="2260080"/>
            </a:xfrm>
            <a:custGeom>
              <a:avLst/>
              <a:gdLst>
                <a:gd name="textAreaLeft" fmla="*/ 0 w 396360"/>
                <a:gd name="textAreaRight" fmla="*/ 396720 w 396360"/>
                <a:gd name="textAreaTop" fmla="*/ 0 h 2260080"/>
                <a:gd name="textAreaBottom" fmla="*/ 2260440 h 2260080"/>
              </a:gdLst>
              <a:ahLst/>
              <a:cxnLst/>
              <a:rect l="textAreaLeft" t="textAreaTop" r="textAreaRight" b="textAreaBottom"/>
              <a:pathLst>
                <a:path w="14079" h="48146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162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3" name="Google Shape;162;p4"/>
            <p:cNvSpPr/>
            <p:nvPr/>
          </p:nvSpPr>
          <p:spPr>
            <a:xfrm rot="8271000">
              <a:off x="131040" y="3745440"/>
              <a:ext cx="396360" cy="2260080"/>
            </a:xfrm>
            <a:custGeom>
              <a:avLst/>
              <a:gdLst>
                <a:gd name="textAreaLeft" fmla="*/ 0 w 396360"/>
                <a:gd name="textAreaRight" fmla="*/ 396720 w 396360"/>
                <a:gd name="textAreaTop" fmla="*/ 0 h 2260080"/>
                <a:gd name="textAreaBottom" fmla="*/ 2260440 h 2260080"/>
              </a:gdLst>
              <a:ahLst/>
              <a:cxnLst/>
              <a:rect l="textAreaLeft" t="textAreaTop" r="textAreaRight" b="textAreaBottom"/>
              <a:pathLst>
                <a:path w="14079" h="48146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162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054" name="Google Shape;163;p4"/>
          <p:cNvGrpSpPr/>
          <p:nvPr/>
        </p:nvGrpSpPr>
        <p:grpSpPr>
          <a:xfrm>
            <a:off x="-519840" y="-573120"/>
            <a:ext cx="1501560" cy="2806920"/>
            <a:chOff x="-519840" y="-573120"/>
            <a:chExt cx="1501560" cy="2806920"/>
          </a:xfrm>
        </p:grpSpPr>
        <p:grpSp>
          <p:nvGrpSpPr>
            <p:cNvPr id="1055" name="Google Shape;164;p4"/>
            <p:cNvGrpSpPr/>
            <p:nvPr/>
          </p:nvGrpSpPr>
          <p:grpSpPr>
            <a:xfrm>
              <a:off x="-343440" y="1508040"/>
              <a:ext cx="904320" cy="725760"/>
              <a:chOff x="-343440" y="1508040"/>
              <a:chExt cx="904320" cy="725760"/>
            </a:xfrm>
          </p:grpSpPr>
          <p:sp>
            <p:nvSpPr>
              <p:cNvPr id="1056" name="Google Shape;165;p4"/>
              <p:cNvSpPr/>
              <p:nvPr/>
            </p:nvSpPr>
            <p:spPr>
              <a:xfrm rot="10800000">
                <a:off x="-343440" y="1508040"/>
                <a:ext cx="672840" cy="582480"/>
              </a:xfrm>
              <a:custGeom>
                <a:avLst/>
                <a:gdLst>
                  <a:gd name="textAreaLeft" fmla="*/ 0 w 672840"/>
                  <a:gd name="textAreaRight" fmla="*/ 673200 w 672840"/>
                  <a:gd name="textAreaTop" fmla="*/ 0 h 582480"/>
                  <a:gd name="textAreaBottom" fmla="*/ 582840 h 5824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7" name="Google Shape;166;p4"/>
              <p:cNvSpPr/>
              <p:nvPr/>
            </p:nvSpPr>
            <p:spPr>
              <a:xfrm rot="10800000">
                <a:off x="-138960" y="181764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8" name="Google Shape;167;p4"/>
              <p:cNvSpPr/>
              <p:nvPr/>
            </p:nvSpPr>
            <p:spPr>
              <a:xfrm rot="10800000">
                <a:off x="80280" y="167436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059" name="Google Shape;168;p4"/>
            <p:cNvSpPr/>
            <p:nvPr/>
          </p:nvSpPr>
          <p:spPr>
            <a:xfrm>
              <a:off x="360" y="-57240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60" name="Google Shape;169;p4"/>
            <p:cNvSpPr/>
            <p:nvPr/>
          </p:nvSpPr>
          <p:spPr>
            <a:xfrm>
              <a:off x="-159120" y="-57312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061" name="Google Shape;170;p4"/>
            <p:cNvGrpSpPr/>
            <p:nvPr/>
          </p:nvGrpSpPr>
          <p:grpSpPr>
            <a:xfrm>
              <a:off x="-519840" y="-466920"/>
              <a:ext cx="699480" cy="1650960"/>
              <a:chOff x="-519840" y="-466920"/>
              <a:chExt cx="699480" cy="1650960"/>
            </a:xfrm>
          </p:grpSpPr>
          <p:sp>
            <p:nvSpPr>
              <p:cNvPr id="1062" name="Google Shape;171;p4"/>
              <p:cNvSpPr/>
              <p:nvPr/>
            </p:nvSpPr>
            <p:spPr>
              <a:xfrm rot="10800000">
                <a:off x="-302760" y="170640"/>
                <a:ext cx="482760" cy="1013400"/>
              </a:xfrm>
              <a:custGeom>
                <a:avLst/>
                <a:gdLst>
                  <a:gd name="textAreaLeft" fmla="*/ 0 w 482760"/>
                  <a:gd name="textAreaRight" fmla="*/ 483120 w 482760"/>
                  <a:gd name="textAreaTop" fmla="*/ 0 h 1013400"/>
                  <a:gd name="textAreaBottom" fmla="*/ 1013760 h 1013400"/>
                </a:gdLst>
                <a:ahLst/>
                <a:cxnLst/>
                <a:rect l="textAreaLeft" t="textAreaTop" r="textAreaRight" b="textAreaBottom"/>
                <a:pathLst>
                  <a:path w="11779" h="24714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63" name="Google Shape;172;p4"/>
              <p:cNvSpPr/>
              <p:nvPr/>
            </p:nvSpPr>
            <p:spPr>
              <a:xfrm rot="10800000">
                <a:off x="-426960" y="-466920"/>
                <a:ext cx="246600" cy="122652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64" name="Google Shape;173;p4"/>
              <p:cNvSpPr/>
              <p:nvPr/>
            </p:nvSpPr>
            <p:spPr>
              <a:xfrm rot="10800000">
                <a:off x="-519480" y="-373680"/>
                <a:ext cx="246600" cy="122652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5" name="Google Shape;1378;p31"/>
          <p:cNvGrpSpPr/>
          <p:nvPr/>
        </p:nvGrpSpPr>
        <p:grpSpPr>
          <a:xfrm>
            <a:off x="8332920" y="720"/>
            <a:ext cx="2385720" cy="3292560"/>
            <a:chOff x="8332920" y="720"/>
            <a:chExt cx="2385720" cy="3292560"/>
          </a:xfrm>
        </p:grpSpPr>
        <p:pic>
          <p:nvPicPr>
            <p:cNvPr id="1066" name="Google Shape;1379;p31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 rot="5400000">
              <a:off x="7962840" y="537120"/>
              <a:ext cx="3125880" cy="238572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067" name="Google Shape;1380;p31"/>
            <p:cNvGrpSpPr/>
            <p:nvPr/>
          </p:nvGrpSpPr>
          <p:grpSpPr>
            <a:xfrm>
              <a:off x="8529120" y="720"/>
              <a:ext cx="324360" cy="1787400"/>
              <a:chOff x="8529120" y="720"/>
              <a:chExt cx="324360" cy="1787400"/>
            </a:xfrm>
          </p:grpSpPr>
          <p:sp>
            <p:nvSpPr>
              <p:cNvPr id="1068" name="Google Shape;1381;p31"/>
              <p:cNvSpPr/>
              <p:nvPr/>
            </p:nvSpPr>
            <p:spPr>
              <a:xfrm>
                <a:off x="8606880" y="85320"/>
                <a:ext cx="246600" cy="170280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702800"/>
                  <a:gd name="textAreaBottom" fmla="*/ 1703160 h 170280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1069" name="Google Shape;1382;p31"/>
              <p:cNvGrpSpPr/>
              <p:nvPr/>
            </p:nvGrpSpPr>
            <p:grpSpPr>
              <a:xfrm>
                <a:off x="8529120" y="720"/>
                <a:ext cx="182160" cy="182520"/>
                <a:chOff x="8529120" y="720"/>
                <a:chExt cx="182160" cy="182520"/>
              </a:xfrm>
            </p:grpSpPr>
            <p:sp>
              <p:nvSpPr>
                <p:cNvPr id="1070" name="Google Shape;1383;p31"/>
                <p:cNvSpPr/>
                <p:nvPr/>
              </p:nvSpPr>
              <p:spPr>
                <a:xfrm rot="12600000">
                  <a:off x="8553240" y="25200"/>
                  <a:ext cx="133560" cy="133560"/>
                </a:xfrm>
                <a:custGeom>
                  <a:avLst/>
                  <a:gdLst>
                    <a:gd name="textAreaLeft" fmla="*/ 0 w 133560"/>
                    <a:gd name="textAreaRight" fmla="*/ 133920 w 133560"/>
                    <a:gd name="textAreaTop" fmla="*/ 0 h 133560"/>
                    <a:gd name="textAreaBottom" fmla="*/ 133920 h 13356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/>
                    </a:gs>
                    <a:gs pos="40000">
                      <a:srgbClr val="FF9900">
                        <a:alpha val="41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4000"/>
                </a:gradFill>
                <a:ln w="9525">
                  <a:solidFill>
                    <a:srgbClr val="F5F8FF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6960" bIns="66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71" name="Google Shape;1384;p31"/>
                <p:cNvSpPr/>
                <p:nvPr/>
              </p:nvSpPr>
              <p:spPr>
                <a:xfrm rot="12600000">
                  <a:off x="8580240" y="55440"/>
                  <a:ext cx="79920" cy="72720"/>
                </a:xfrm>
                <a:custGeom>
                  <a:avLst/>
                  <a:gdLst>
                    <a:gd name="textAreaLeft" fmla="*/ 0 w 79920"/>
                    <a:gd name="textAreaRight" fmla="*/ 80280 w 79920"/>
                    <a:gd name="textAreaTop" fmla="*/ 0 h 72720"/>
                    <a:gd name="textAreaBottom" fmla="*/ 73080 h 7272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9900FF">
                        <a:alpha val="29000"/>
                      </a:srgbClr>
                    </a:gs>
                  </a:gsLst>
                  <a:path path="circle">
                    <a:fillToRect r="100000" b="10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6360" bIns="36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grpSp>
        <p:nvGrpSpPr>
          <p:cNvPr id="1072" name="Google Shape;1385;p31"/>
          <p:cNvGrpSpPr/>
          <p:nvPr/>
        </p:nvGrpSpPr>
        <p:grpSpPr>
          <a:xfrm>
            <a:off x="-213480" y="171360"/>
            <a:ext cx="438840" cy="438840"/>
            <a:chOff x="-213480" y="171360"/>
            <a:chExt cx="438840" cy="438840"/>
          </a:xfrm>
        </p:grpSpPr>
        <p:sp>
          <p:nvSpPr>
            <p:cNvPr id="1073" name="Google Shape;1386;p31"/>
            <p:cNvSpPr/>
            <p:nvPr/>
          </p:nvSpPr>
          <p:spPr>
            <a:xfrm>
              <a:off x="-213480" y="171360"/>
              <a:ext cx="438840" cy="438840"/>
            </a:xfrm>
            <a:custGeom>
              <a:avLst/>
              <a:gdLst>
                <a:gd name="textAreaLeft" fmla="*/ 0 w 438840"/>
                <a:gd name="textAreaRight" fmla="*/ 439200 w 438840"/>
                <a:gd name="textAreaTop" fmla="*/ 0 h 438840"/>
                <a:gd name="textAreaBottom" fmla="*/ 439200 h 438840"/>
              </a:gdLst>
              <a:ahLst/>
              <a:cxnLst/>
              <a:rect l="textAreaLeft" t="textAreaTop" r="textAreaRight" b="textAreaBottom"/>
              <a:pathLst>
                <a:path w="17568" h="17564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F5F8FF"/>
                </a:gs>
                <a:gs pos="18000">
                  <a:srgbClr val="F5F8FF"/>
                </a:gs>
                <a:gs pos="56000">
                  <a:srgbClr val="FFFFFF">
                    <a:alpha val="0"/>
                  </a:srgbClr>
                </a:gs>
                <a:gs pos="74000">
                  <a:srgbClr val="F5F8FF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4" name="Google Shape;1387;p31"/>
            <p:cNvSpPr/>
            <p:nvPr/>
          </p:nvSpPr>
          <p:spPr>
            <a:xfrm>
              <a:off x="-125280" y="271080"/>
              <a:ext cx="262440" cy="239400"/>
            </a:xfrm>
            <a:custGeom>
              <a:avLst/>
              <a:gdLst>
                <a:gd name="textAreaLeft" fmla="*/ 0 w 262440"/>
                <a:gd name="textAreaRight" fmla="*/ 262800 w 262440"/>
                <a:gd name="textAreaTop" fmla="*/ 0 h 239400"/>
                <a:gd name="textAreaBottom" fmla="*/ 239760 h 239400"/>
              </a:gdLst>
              <a:ahLst/>
              <a:cxnLst/>
              <a:rect l="textAreaLeft" t="textAreaTop" r="textAreaRight" b="textAreaBottom"/>
              <a:pathLst>
                <a:path w="10514" h="9588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 rotWithShape="0">
              <a:gsLst>
                <a:gs pos="0">
                  <a:srgbClr val="F5F8FF"/>
                </a:gs>
                <a:gs pos="18000">
                  <a:srgbClr val="F5F8FF"/>
                </a:gs>
                <a:gs pos="56000">
                  <a:srgbClr val="FFFFFF">
                    <a:alpha val="0"/>
                  </a:srgbClr>
                </a:gs>
                <a:gs pos="74000">
                  <a:srgbClr val="F5F8FF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075" name="Google Shape;1388;p31"/>
          <p:cNvGrpSpPr/>
          <p:nvPr/>
        </p:nvGrpSpPr>
        <p:grpSpPr>
          <a:xfrm>
            <a:off x="-1262520" y="3161160"/>
            <a:ext cx="4821840" cy="2934000"/>
            <a:chOff x="-1262520" y="3161160"/>
            <a:chExt cx="4821840" cy="2934000"/>
          </a:xfrm>
        </p:grpSpPr>
        <p:pic>
          <p:nvPicPr>
            <p:cNvPr id="1076" name="Google Shape;1389;p31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 rot="5400000">
              <a:off x="-1609920" y="3508560"/>
              <a:ext cx="2934000" cy="22392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077" name="Google Shape;1390;p31"/>
            <p:cNvSpPr/>
            <p:nvPr/>
          </p:nvSpPr>
          <p:spPr>
            <a:xfrm rot="16200000">
              <a:off x="-260280" y="3596760"/>
              <a:ext cx="502560" cy="2327400"/>
            </a:xfrm>
            <a:custGeom>
              <a:avLst/>
              <a:gdLst>
                <a:gd name="textAreaLeft" fmla="*/ 0 w 502560"/>
                <a:gd name="textAreaRight" fmla="*/ 502920 w 502560"/>
                <a:gd name="textAreaTop" fmla="*/ 0 h 2327400"/>
                <a:gd name="textAreaBottom" fmla="*/ 2327760 h 2327400"/>
              </a:gdLst>
              <a:ahLst/>
              <a:cxnLst/>
              <a:rect l="textAreaLeft" t="textAreaTop" r="textAreaRight" b="textAreaBottom"/>
              <a:pathLst>
                <a:path w="12266" h="56755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 rotWithShape="0">
              <a:gsLst>
                <a:gs pos="0">
                  <a:srgbClr val="F5F8FF"/>
                </a:gs>
                <a:gs pos="18000">
                  <a:srgbClr val="F5F8FF"/>
                </a:gs>
                <a:gs pos="56000">
                  <a:srgbClr val="FFFFFF">
                    <a:alpha val="0"/>
                  </a:srgbClr>
                </a:gs>
                <a:gs pos="74000">
                  <a:srgbClr val="F5F8FF"/>
                </a:gs>
                <a:gs pos="100000">
                  <a:srgbClr val="9900FF">
                    <a:alpha val="29000"/>
                  </a:srgbClr>
                </a:gs>
              </a:gsLst>
              <a:path path="circle">
                <a:fillToRect r="100000" b="10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078" name="Google Shape;1391;p31"/>
            <p:cNvGrpSpPr/>
            <p:nvPr/>
          </p:nvGrpSpPr>
          <p:grpSpPr>
            <a:xfrm>
              <a:off x="-16920" y="4609080"/>
              <a:ext cx="604080" cy="656640"/>
              <a:chOff x="-16920" y="4609080"/>
              <a:chExt cx="604080" cy="656640"/>
            </a:xfrm>
          </p:grpSpPr>
          <p:grpSp>
            <p:nvGrpSpPr>
              <p:cNvPr id="1079" name="Google Shape;1392;p31"/>
              <p:cNvGrpSpPr/>
              <p:nvPr/>
            </p:nvGrpSpPr>
            <p:grpSpPr>
              <a:xfrm>
                <a:off x="-16920" y="4609080"/>
                <a:ext cx="327960" cy="327960"/>
                <a:chOff x="-16920" y="4609080"/>
                <a:chExt cx="327960" cy="327960"/>
              </a:xfrm>
            </p:grpSpPr>
            <p:sp>
              <p:nvSpPr>
                <p:cNvPr id="1080" name="Google Shape;1393;p31"/>
                <p:cNvSpPr/>
                <p:nvPr/>
              </p:nvSpPr>
              <p:spPr>
                <a:xfrm rot="10800000">
                  <a:off x="195480" y="482148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81" name="Google Shape;1394;p31"/>
                <p:cNvSpPr/>
                <p:nvPr/>
              </p:nvSpPr>
              <p:spPr>
                <a:xfrm rot="10800000">
                  <a:off x="160200" y="478620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6" h="9995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82" name="Google Shape;1395;p31"/>
                <p:cNvSpPr/>
                <p:nvPr/>
              </p:nvSpPr>
              <p:spPr>
                <a:xfrm rot="10800000">
                  <a:off x="124560" y="475056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83" name="Google Shape;1396;p31"/>
                <p:cNvSpPr/>
                <p:nvPr/>
              </p:nvSpPr>
              <p:spPr>
                <a:xfrm rot="10800000">
                  <a:off x="89280" y="4715640"/>
                  <a:ext cx="115560" cy="11520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200"/>
                    <a:gd name="textAreaBottom" fmla="*/ 115560 h 115200"/>
                  </a:gdLst>
                  <a:ahLst/>
                  <a:cxnLst/>
                  <a:rect l="textAreaLeft" t="textAreaTop" r="textAreaRight" b="textAreaBottom"/>
                  <a:pathLst>
                    <a:path w="9995" h="9981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600" bIns="576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84" name="Google Shape;1397;p31"/>
                <p:cNvSpPr/>
                <p:nvPr/>
              </p:nvSpPr>
              <p:spPr>
                <a:xfrm rot="10800000">
                  <a:off x="54000" y="467964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85" name="Google Shape;1398;p31"/>
                <p:cNvSpPr/>
                <p:nvPr/>
              </p:nvSpPr>
              <p:spPr>
                <a:xfrm rot="10800000">
                  <a:off x="18360" y="4644720"/>
                  <a:ext cx="115200" cy="115200"/>
                </a:xfrm>
                <a:custGeom>
                  <a:avLst/>
                  <a:gdLst>
                    <a:gd name="textAreaLeft" fmla="*/ 0 w 115200"/>
                    <a:gd name="textAreaRight" fmla="*/ 115560 w 115200"/>
                    <a:gd name="textAreaTop" fmla="*/ 0 h 115200"/>
                    <a:gd name="textAreaBottom" fmla="*/ 115560 h 115200"/>
                  </a:gdLst>
                  <a:ahLst/>
                  <a:cxnLst/>
                  <a:rect l="textAreaLeft" t="textAreaTop" r="textAreaRight" b="textAreaBottom"/>
                  <a:pathLst>
                    <a:path w="9980" h="9981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600" bIns="576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86" name="Google Shape;1399;p31"/>
                <p:cNvSpPr/>
                <p:nvPr/>
              </p:nvSpPr>
              <p:spPr>
                <a:xfrm rot="10800000">
                  <a:off x="-16920" y="460908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087" name="Google Shape;1400;p31"/>
              <p:cNvGrpSpPr/>
              <p:nvPr/>
            </p:nvGrpSpPr>
            <p:grpSpPr>
              <a:xfrm>
                <a:off x="258840" y="4609080"/>
                <a:ext cx="328320" cy="327960"/>
                <a:chOff x="258840" y="4609080"/>
                <a:chExt cx="328320" cy="327960"/>
              </a:xfrm>
            </p:grpSpPr>
            <p:sp>
              <p:nvSpPr>
                <p:cNvPr id="1088" name="Google Shape;1401;p31"/>
                <p:cNvSpPr/>
                <p:nvPr/>
              </p:nvSpPr>
              <p:spPr>
                <a:xfrm rot="10800000">
                  <a:off x="471600" y="482148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89" name="Google Shape;1402;p31"/>
                <p:cNvSpPr/>
                <p:nvPr/>
              </p:nvSpPr>
              <p:spPr>
                <a:xfrm rot="10800000">
                  <a:off x="436320" y="478620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6" h="9995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90" name="Google Shape;1403;p31"/>
                <p:cNvSpPr/>
                <p:nvPr/>
              </p:nvSpPr>
              <p:spPr>
                <a:xfrm rot="10800000">
                  <a:off x="400680" y="475056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91" name="Google Shape;1404;p31"/>
                <p:cNvSpPr/>
                <p:nvPr/>
              </p:nvSpPr>
              <p:spPr>
                <a:xfrm rot="10800000">
                  <a:off x="365400" y="4715640"/>
                  <a:ext cx="115560" cy="11520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200"/>
                    <a:gd name="textAreaBottom" fmla="*/ 115560 h 115200"/>
                  </a:gdLst>
                  <a:ahLst/>
                  <a:cxnLst/>
                  <a:rect l="textAreaLeft" t="textAreaTop" r="textAreaRight" b="textAreaBottom"/>
                  <a:pathLst>
                    <a:path w="9995" h="9981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600" bIns="576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92" name="Google Shape;1405;p31"/>
                <p:cNvSpPr/>
                <p:nvPr/>
              </p:nvSpPr>
              <p:spPr>
                <a:xfrm rot="10800000">
                  <a:off x="329760" y="467964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93" name="Google Shape;1406;p31"/>
                <p:cNvSpPr/>
                <p:nvPr/>
              </p:nvSpPr>
              <p:spPr>
                <a:xfrm rot="10800000">
                  <a:off x="294480" y="4644720"/>
                  <a:ext cx="115200" cy="115200"/>
                </a:xfrm>
                <a:custGeom>
                  <a:avLst/>
                  <a:gdLst>
                    <a:gd name="textAreaLeft" fmla="*/ 0 w 115200"/>
                    <a:gd name="textAreaRight" fmla="*/ 115560 w 115200"/>
                    <a:gd name="textAreaTop" fmla="*/ 0 h 115200"/>
                    <a:gd name="textAreaBottom" fmla="*/ 115560 h 115200"/>
                  </a:gdLst>
                  <a:ahLst/>
                  <a:cxnLst/>
                  <a:rect l="textAreaLeft" t="textAreaTop" r="textAreaRight" b="textAreaBottom"/>
                  <a:pathLst>
                    <a:path w="9980" h="9981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600" bIns="576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94" name="Google Shape;1407;p31"/>
                <p:cNvSpPr/>
                <p:nvPr/>
              </p:nvSpPr>
              <p:spPr>
                <a:xfrm rot="10800000">
                  <a:off x="258840" y="460908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095" name="Google Shape;1408;p31"/>
              <p:cNvGrpSpPr/>
              <p:nvPr/>
            </p:nvGrpSpPr>
            <p:grpSpPr>
              <a:xfrm>
                <a:off x="206640" y="4937400"/>
                <a:ext cx="327960" cy="328320"/>
                <a:chOff x="206640" y="4937400"/>
                <a:chExt cx="327960" cy="328320"/>
              </a:xfrm>
            </p:grpSpPr>
            <p:sp>
              <p:nvSpPr>
                <p:cNvPr id="1096" name="Google Shape;1409;p31"/>
                <p:cNvSpPr/>
                <p:nvPr/>
              </p:nvSpPr>
              <p:spPr>
                <a:xfrm rot="10800000">
                  <a:off x="419040" y="515016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97" name="Google Shape;1410;p31"/>
                <p:cNvSpPr/>
                <p:nvPr/>
              </p:nvSpPr>
              <p:spPr>
                <a:xfrm rot="10800000">
                  <a:off x="383760" y="511488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6" h="9995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98" name="Google Shape;1411;p31"/>
                <p:cNvSpPr/>
                <p:nvPr/>
              </p:nvSpPr>
              <p:spPr>
                <a:xfrm rot="10800000">
                  <a:off x="348480" y="507924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99" name="Google Shape;1412;p31"/>
                <p:cNvSpPr/>
                <p:nvPr/>
              </p:nvSpPr>
              <p:spPr>
                <a:xfrm rot="10800000">
                  <a:off x="312840" y="5043960"/>
                  <a:ext cx="115560" cy="11520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200"/>
                    <a:gd name="textAreaBottom" fmla="*/ 115560 h 115200"/>
                  </a:gdLst>
                  <a:ahLst/>
                  <a:cxnLst/>
                  <a:rect l="textAreaLeft" t="textAreaTop" r="textAreaRight" b="textAreaBottom"/>
                  <a:pathLst>
                    <a:path w="9995" h="9981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600" bIns="576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00" name="Google Shape;1413;p31"/>
                <p:cNvSpPr/>
                <p:nvPr/>
              </p:nvSpPr>
              <p:spPr>
                <a:xfrm rot="10800000">
                  <a:off x="277560" y="500832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01" name="Google Shape;1414;p31"/>
                <p:cNvSpPr/>
                <p:nvPr/>
              </p:nvSpPr>
              <p:spPr>
                <a:xfrm rot="10800000">
                  <a:off x="242280" y="4973040"/>
                  <a:ext cx="115200" cy="115200"/>
                </a:xfrm>
                <a:custGeom>
                  <a:avLst/>
                  <a:gdLst>
                    <a:gd name="textAreaLeft" fmla="*/ 0 w 115200"/>
                    <a:gd name="textAreaRight" fmla="*/ 115560 w 115200"/>
                    <a:gd name="textAreaTop" fmla="*/ 0 h 115200"/>
                    <a:gd name="textAreaBottom" fmla="*/ 115560 h 115200"/>
                  </a:gdLst>
                  <a:ahLst/>
                  <a:cxnLst/>
                  <a:rect l="textAreaLeft" t="textAreaTop" r="textAreaRight" b="textAreaBottom"/>
                  <a:pathLst>
                    <a:path w="9980" h="9981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600" bIns="576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02" name="Google Shape;1415;p31"/>
                <p:cNvSpPr/>
                <p:nvPr/>
              </p:nvSpPr>
              <p:spPr>
                <a:xfrm rot="10800000">
                  <a:off x="206640" y="493740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1103" name="Google Shape;1416;p31"/>
            <p:cNvGrpSpPr/>
            <p:nvPr/>
          </p:nvGrpSpPr>
          <p:grpSpPr>
            <a:xfrm>
              <a:off x="-999000" y="4796640"/>
              <a:ext cx="4558320" cy="133920"/>
              <a:chOff x="-999000" y="4796640"/>
              <a:chExt cx="4558320" cy="133920"/>
            </a:xfrm>
          </p:grpSpPr>
          <p:sp>
            <p:nvSpPr>
              <p:cNvPr id="1104" name="Google Shape;1417;p31"/>
              <p:cNvSpPr/>
              <p:nvPr/>
            </p:nvSpPr>
            <p:spPr>
              <a:xfrm>
                <a:off x="3425400" y="4796640"/>
                <a:ext cx="133920" cy="133920"/>
              </a:xfrm>
              <a:prstGeom prst="ellipse">
                <a:avLst/>
              </a:prstGeom>
              <a:noFill/>
              <a:ln w="9525">
                <a:solidFill>
                  <a:srgbClr val="F5F8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520" bIns="47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cxnSp>
            <p:nvCxnSpPr>
              <p:cNvPr id="1105" name="Google Shape;1418;p31"/>
              <p:cNvCxnSpPr/>
              <p:nvPr/>
            </p:nvCxnSpPr>
            <p:spPr>
              <a:xfrm>
                <a:off x="-999000" y="4863600"/>
                <a:ext cx="4462560" cy="360"/>
              </a:xfrm>
              <a:prstGeom prst="straightConnector1">
                <a:avLst/>
              </a:prstGeom>
              <a:ln w="9525">
                <a:solidFill>
                  <a:srgbClr val="F5F8FF"/>
                </a:solidFill>
                <a:round/>
              </a:ln>
            </p:spPr>
          </p:cxnSp>
          <p:sp>
            <p:nvSpPr>
              <p:cNvPr id="1106" name="Google Shape;1419;p31"/>
              <p:cNvSpPr/>
              <p:nvPr/>
            </p:nvSpPr>
            <p:spPr>
              <a:xfrm>
                <a:off x="3455640" y="4826520"/>
                <a:ext cx="73440" cy="7344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108" name="Google Shape;180;p5"/>
          <p:cNvGrpSpPr/>
          <p:nvPr/>
        </p:nvGrpSpPr>
        <p:grpSpPr>
          <a:xfrm>
            <a:off x="7579080" y="-889920"/>
            <a:ext cx="2898000" cy="3032640"/>
            <a:chOff x="7579080" y="-889920"/>
            <a:chExt cx="2898000" cy="3032640"/>
          </a:xfrm>
        </p:grpSpPr>
        <p:pic>
          <p:nvPicPr>
            <p:cNvPr id="1109" name="Google Shape;181;p5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 rot="16200000">
              <a:off x="7511760" y="-822600"/>
              <a:ext cx="3032640" cy="289800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110" name="Google Shape;182;p5"/>
            <p:cNvGrpSpPr/>
            <p:nvPr/>
          </p:nvGrpSpPr>
          <p:grpSpPr>
            <a:xfrm>
              <a:off x="8700480" y="-249840"/>
              <a:ext cx="1459800" cy="1171440"/>
              <a:chOff x="8700480" y="-249840"/>
              <a:chExt cx="1459800" cy="1171440"/>
            </a:xfrm>
          </p:grpSpPr>
          <p:sp>
            <p:nvSpPr>
              <p:cNvPr id="1111" name="Google Shape;183;p5"/>
              <p:cNvSpPr/>
              <p:nvPr/>
            </p:nvSpPr>
            <p:spPr>
              <a:xfrm>
                <a:off x="9074160" y="-18720"/>
                <a:ext cx="1086120" cy="940320"/>
              </a:xfrm>
              <a:custGeom>
                <a:avLst/>
                <a:gdLst>
                  <a:gd name="textAreaLeft" fmla="*/ 0 w 1086120"/>
                  <a:gd name="textAreaRight" fmla="*/ 1086480 w 1086120"/>
                  <a:gd name="textAreaTop" fmla="*/ 0 h 940320"/>
                  <a:gd name="textAreaBottom" fmla="*/ 940680 h 94032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12" name="Google Shape;184;p5"/>
              <p:cNvSpPr/>
              <p:nvPr/>
            </p:nvSpPr>
            <p:spPr>
              <a:xfrm>
                <a:off x="9054000" y="-249840"/>
                <a:ext cx="775800" cy="671760"/>
              </a:xfrm>
              <a:custGeom>
                <a:avLst/>
                <a:gdLst>
                  <a:gd name="textAreaLeft" fmla="*/ 0 w 775800"/>
                  <a:gd name="textAreaRight" fmla="*/ 776160 w 775800"/>
                  <a:gd name="textAreaTop" fmla="*/ 0 h 671760"/>
                  <a:gd name="textAreaBottom" fmla="*/ 672120 h 6717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13" name="Google Shape;185;p5"/>
              <p:cNvSpPr/>
              <p:nvPr/>
            </p:nvSpPr>
            <p:spPr>
              <a:xfrm>
                <a:off x="8700480" y="-18720"/>
                <a:ext cx="775800" cy="671760"/>
              </a:xfrm>
              <a:custGeom>
                <a:avLst/>
                <a:gdLst>
                  <a:gd name="textAreaLeft" fmla="*/ 0 w 775800"/>
                  <a:gd name="textAreaRight" fmla="*/ 776160 w 775800"/>
                  <a:gd name="textAreaTop" fmla="*/ 0 h 671760"/>
                  <a:gd name="textAreaBottom" fmla="*/ 672120 h 6717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114" name="Google Shape;186;p5"/>
          <p:cNvGrpSpPr/>
          <p:nvPr/>
        </p:nvGrpSpPr>
        <p:grpSpPr>
          <a:xfrm>
            <a:off x="-613800" y="3694320"/>
            <a:ext cx="2048040" cy="2238120"/>
            <a:chOff x="-613800" y="3694320"/>
            <a:chExt cx="2048040" cy="2238120"/>
          </a:xfrm>
        </p:grpSpPr>
        <p:grpSp>
          <p:nvGrpSpPr>
            <p:cNvPr id="1115" name="Google Shape;187;p5"/>
            <p:cNvGrpSpPr/>
            <p:nvPr/>
          </p:nvGrpSpPr>
          <p:grpSpPr>
            <a:xfrm>
              <a:off x="-613800" y="3694320"/>
              <a:ext cx="1915560" cy="2238120"/>
              <a:chOff x="-613800" y="3694320"/>
              <a:chExt cx="1915560" cy="2238120"/>
            </a:xfrm>
          </p:grpSpPr>
          <p:grpSp>
            <p:nvGrpSpPr>
              <p:cNvPr id="1116" name="Google Shape;188;p5"/>
              <p:cNvGrpSpPr/>
              <p:nvPr/>
            </p:nvGrpSpPr>
            <p:grpSpPr>
              <a:xfrm>
                <a:off x="-613800" y="4086360"/>
                <a:ext cx="1915560" cy="1537920"/>
                <a:chOff x="-613800" y="4086360"/>
                <a:chExt cx="1915560" cy="1537920"/>
              </a:xfrm>
            </p:grpSpPr>
            <p:sp>
              <p:nvSpPr>
                <p:cNvPr id="1117" name="Google Shape;189;p5"/>
                <p:cNvSpPr/>
                <p:nvPr/>
              </p:nvSpPr>
              <p:spPr>
                <a:xfrm flipH="1">
                  <a:off x="-613800" y="4389840"/>
                  <a:ext cx="1425600" cy="1234440"/>
                </a:xfrm>
                <a:custGeom>
                  <a:avLst/>
                  <a:gdLst>
                    <a:gd name="textAreaLeft" fmla="*/ 360 w 1425600"/>
                    <a:gd name="textAreaRight" fmla="*/ 1426320 w 1425600"/>
                    <a:gd name="textAreaTop" fmla="*/ 0 h 1234440"/>
                    <a:gd name="textAreaBottom" fmla="*/ 1234800 h 1234440"/>
                  </a:gdLst>
                  <a:ahLst/>
                  <a:cxnLst/>
                  <a:rect l="textAreaLeft" t="textAreaTop" r="textAreaRight" b="textAreaBottom"/>
                  <a:pathLst>
                    <a:path w="51285" h="44413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22000">
                      <a:srgbClr val="F5F8FF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000"/>
                      </a:srgbClr>
                    </a:gs>
                  </a:gsLst>
                  <a:lin ang="81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18" name="Google Shape;190;p5"/>
                <p:cNvSpPr/>
                <p:nvPr/>
              </p:nvSpPr>
              <p:spPr>
                <a:xfrm flipH="1">
                  <a:off x="-181080" y="4086360"/>
                  <a:ext cx="1018440" cy="882000"/>
                </a:xfrm>
                <a:custGeom>
                  <a:avLst/>
                  <a:gdLst>
                    <a:gd name="textAreaLeft" fmla="*/ -360 w 1018440"/>
                    <a:gd name="textAreaRight" fmla="*/ 1018440 w 1018440"/>
                    <a:gd name="textAreaTop" fmla="*/ 0 h 882000"/>
                    <a:gd name="textAreaBottom" fmla="*/ 882360 h 882000"/>
                  </a:gdLst>
                  <a:ahLst/>
                  <a:cxnLst/>
                  <a:rect l="textAreaLeft" t="textAreaTop" r="textAreaRight" b="textAreaBottom"/>
                  <a:pathLst>
                    <a:path w="51285" h="44413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22000">
                      <a:srgbClr val="F5F8FF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000"/>
                      </a:srgbClr>
                    </a:gs>
                  </a:gsLst>
                  <a:lin ang="81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19" name="Google Shape;191;p5"/>
                <p:cNvSpPr/>
                <p:nvPr/>
              </p:nvSpPr>
              <p:spPr>
                <a:xfrm flipH="1">
                  <a:off x="282960" y="4389840"/>
                  <a:ext cx="1018440" cy="882000"/>
                </a:xfrm>
                <a:custGeom>
                  <a:avLst/>
                  <a:gdLst>
                    <a:gd name="textAreaLeft" fmla="*/ -360 w 1018440"/>
                    <a:gd name="textAreaRight" fmla="*/ 1018440 w 1018440"/>
                    <a:gd name="textAreaTop" fmla="*/ 0 h 882000"/>
                    <a:gd name="textAreaBottom" fmla="*/ 882360 h 882000"/>
                  </a:gdLst>
                  <a:ahLst/>
                  <a:cxnLst/>
                  <a:rect l="textAreaLeft" t="textAreaTop" r="textAreaRight" b="textAreaBottom"/>
                  <a:pathLst>
                    <a:path w="51285" h="44413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22000">
                      <a:srgbClr val="F5F8FF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000"/>
                      </a:srgbClr>
                    </a:gs>
                  </a:gsLst>
                  <a:lin ang="81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120" name="Google Shape;192;p5"/>
              <p:cNvGrpSpPr/>
              <p:nvPr/>
            </p:nvGrpSpPr>
            <p:grpSpPr>
              <a:xfrm>
                <a:off x="-462240" y="3694320"/>
                <a:ext cx="1447920" cy="2238120"/>
                <a:chOff x="-462240" y="3694320"/>
                <a:chExt cx="1447920" cy="2238120"/>
              </a:xfrm>
            </p:grpSpPr>
            <p:grpSp>
              <p:nvGrpSpPr>
                <p:cNvPr id="1121" name="Google Shape;193;p5"/>
                <p:cNvGrpSpPr/>
                <p:nvPr/>
              </p:nvGrpSpPr>
              <p:grpSpPr>
                <a:xfrm>
                  <a:off x="-428760" y="3946680"/>
                  <a:ext cx="981000" cy="1985760"/>
                  <a:chOff x="-428760" y="3946680"/>
                  <a:chExt cx="981000" cy="1985760"/>
                </a:xfrm>
              </p:grpSpPr>
              <p:sp>
                <p:nvSpPr>
                  <p:cNvPr id="1122" name="Google Shape;194;p5"/>
                  <p:cNvSpPr/>
                  <p:nvPr/>
                </p:nvSpPr>
                <p:spPr>
                  <a:xfrm rot="10800000">
                    <a:off x="-428400" y="3946680"/>
                    <a:ext cx="844200" cy="1985040"/>
                  </a:xfrm>
                  <a:custGeom>
                    <a:avLst/>
                    <a:gdLst>
                      <a:gd name="textAreaLeft" fmla="*/ 0 w 844200"/>
                      <a:gd name="textAreaRight" fmla="*/ 844560 w 844200"/>
                      <a:gd name="textAreaTop" fmla="*/ 0 h 1985040"/>
                      <a:gd name="textAreaBottom" fmla="*/ 1985400 h 1985040"/>
                    </a:gdLst>
                    <a:ahLst/>
                    <a:cxnLst/>
                    <a:rect l="textAreaLeft" t="textAreaTop" r="textAreaRight" b="textAreaBottom"/>
                    <a:pathLst>
                      <a:path w="23937" h="56267">
                        <a:moveTo>
                          <a:pt x="12997" y="1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64"/>
                          <a:pt x="23632" y="11321"/>
                          <a:pt x="23632" y="11808"/>
                        </a:cubicBezTo>
                        <a:cubicBezTo>
                          <a:pt x="23632" y="12311"/>
                          <a:pt x="23434" y="12768"/>
                          <a:pt x="23098" y="13104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5"/>
                        </a:lnTo>
                        <a:cubicBezTo>
                          <a:pt x="16547" y="11489"/>
                          <a:pt x="16029" y="11260"/>
                          <a:pt x="15435" y="11260"/>
                        </a:cubicBezTo>
                        <a:cubicBezTo>
                          <a:pt x="14841" y="11260"/>
                          <a:pt x="14307" y="11489"/>
                          <a:pt x="13911" y="11885"/>
                        </a:cubicBezTo>
                        <a:lnTo>
                          <a:pt x="12525" y="13271"/>
                        </a:lnTo>
                        <a:cubicBezTo>
                          <a:pt x="12129" y="13698"/>
                          <a:pt x="11900" y="14231"/>
                          <a:pt x="11900" y="14795"/>
                        </a:cubicBezTo>
                        <a:cubicBezTo>
                          <a:pt x="11900" y="15374"/>
                          <a:pt x="12129" y="15922"/>
                          <a:pt x="12525" y="16318"/>
                        </a:cubicBezTo>
                        <a:cubicBezTo>
                          <a:pt x="12860" y="16669"/>
                          <a:pt x="13058" y="17126"/>
                          <a:pt x="13058" y="17629"/>
                        </a:cubicBezTo>
                        <a:cubicBezTo>
                          <a:pt x="13058" y="18116"/>
                          <a:pt x="12860" y="18573"/>
                          <a:pt x="12525" y="18924"/>
                        </a:cubicBezTo>
                        <a:lnTo>
                          <a:pt x="11489" y="19944"/>
                        </a:lnTo>
                        <a:cubicBezTo>
                          <a:pt x="11154" y="20295"/>
                          <a:pt x="10696" y="20478"/>
                          <a:pt x="10209" y="20478"/>
                        </a:cubicBezTo>
                        <a:lnTo>
                          <a:pt x="9569" y="20478"/>
                        </a:lnTo>
                        <a:cubicBezTo>
                          <a:pt x="8990" y="20478"/>
                          <a:pt x="8457" y="20706"/>
                          <a:pt x="8045" y="21102"/>
                        </a:cubicBezTo>
                        <a:lnTo>
                          <a:pt x="3353" y="25810"/>
                        </a:lnTo>
                        <a:cubicBezTo>
                          <a:pt x="2515" y="26648"/>
                          <a:pt x="2515" y="28004"/>
                          <a:pt x="3353" y="28842"/>
                        </a:cubicBezTo>
                        <a:lnTo>
                          <a:pt x="10529" y="36018"/>
                        </a:lnTo>
                        <a:cubicBezTo>
                          <a:pt x="10864" y="36369"/>
                          <a:pt x="11062" y="36826"/>
                          <a:pt x="11062" y="37313"/>
                        </a:cubicBezTo>
                        <a:cubicBezTo>
                          <a:pt x="11062" y="37801"/>
                          <a:pt x="10864" y="38273"/>
                          <a:pt x="10529" y="38608"/>
                        </a:cubicBezTo>
                        <a:lnTo>
                          <a:pt x="8198" y="40940"/>
                        </a:lnTo>
                        <a:cubicBezTo>
                          <a:pt x="7802" y="41351"/>
                          <a:pt x="7573" y="41884"/>
                          <a:pt x="7573" y="42463"/>
                        </a:cubicBezTo>
                        <a:lnTo>
                          <a:pt x="7573" y="47720"/>
                        </a:lnTo>
                        <a:cubicBezTo>
                          <a:pt x="7573" y="48207"/>
                          <a:pt x="7390" y="48664"/>
                          <a:pt x="7040" y="49015"/>
                        </a:cubicBezTo>
                        <a:lnTo>
                          <a:pt x="1" y="56054"/>
                        </a:lnTo>
                        <a:lnTo>
                          <a:pt x="199" y="56267"/>
                        </a:lnTo>
                        <a:lnTo>
                          <a:pt x="7268" y="49274"/>
                        </a:lnTo>
                        <a:cubicBezTo>
                          <a:pt x="7664" y="48862"/>
                          <a:pt x="7893" y="48329"/>
                          <a:pt x="7893" y="47750"/>
                        </a:cubicBezTo>
                        <a:lnTo>
                          <a:pt x="7893" y="42494"/>
                        </a:lnTo>
                        <a:cubicBezTo>
                          <a:pt x="7893" y="42006"/>
                          <a:pt x="8091" y="41549"/>
                          <a:pt x="8426" y="41199"/>
                        </a:cubicBezTo>
                        <a:lnTo>
                          <a:pt x="10757" y="38883"/>
                        </a:lnTo>
                        <a:cubicBezTo>
                          <a:pt x="11154" y="38456"/>
                          <a:pt x="11382" y="37923"/>
                          <a:pt x="11382" y="37359"/>
                        </a:cubicBezTo>
                        <a:cubicBezTo>
                          <a:pt x="11382" y="36765"/>
                          <a:pt x="11154" y="36232"/>
                          <a:pt x="10757" y="35835"/>
                        </a:cubicBezTo>
                        <a:lnTo>
                          <a:pt x="3581" y="28644"/>
                        </a:lnTo>
                        <a:cubicBezTo>
                          <a:pt x="2850" y="27943"/>
                          <a:pt x="2850" y="26785"/>
                          <a:pt x="3581" y="26054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67"/>
                        </a:lnTo>
                        <a:cubicBezTo>
                          <a:pt x="13149" y="18741"/>
                          <a:pt x="13378" y="18208"/>
                          <a:pt x="13378" y="17644"/>
                        </a:cubicBezTo>
                        <a:cubicBezTo>
                          <a:pt x="13378" y="17050"/>
                          <a:pt x="13149" y="16516"/>
                          <a:pt x="12753" y="16120"/>
                        </a:cubicBezTo>
                        <a:cubicBezTo>
                          <a:pt x="12418" y="15770"/>
                          <a:pt x="12220" y="15313"/>
                          <a:pt x="12220" y="14825"/>
                        </a:cubicBezTo>
                        <a:cubicBezTo>
                          <a:pt x="12220" y="14322"/>
                          <a:pt x="12418" y="13865"/>
                          <a:pt x="12753" y="13530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8" y="11595"/>
                          <a:pt x="16395" y="11793"/>
                          <a:pt x="16730" y="12128"/>
                        </a:cubicBezTo>
                        <a:lnTo>
                          <a:pt x="19107" y="14520"/>
                        </a:lnTo>
                        <a:cubicBezTo>
                          <a:pt x="19526" y="14939"/>
                          <a:pt x="20074" y="15149"/>
                          <a:pt x="20623" y="15149"/>
                        </a:cubicBezTo>
                        <a:cubicBezTo>
                          <a:pt x="21171" y="15149"/>
                          <a:pt x="21720" y="14939"/>
                          <a:pt x="22139" y="14520"/>
                        </a:cubicBezTo>
                        <a:lnTo>
                          <a:pt x="23297" y="13347"/>
                        </a:lnTo>
                        <a:cubicBezTo>
                          <a:pt x="23708" y="12936"/>
                          <a:pt x="23936" y="12403"/>
                          <a:pt x="23936" y="11824"/>
                        </a:cubicBezTo>
                        <a:cubicBezTo>
                          <a:pt x="23936" y="11260"/>
                          <a:pt x="23708" y="10711"/>
                          <a:pt x="23297" y="10300"/>
                        </a:cubicBezTo>
                        <a:lnTo>
                          <a:pt x="12997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0C0A9E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162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23" name="Google Shape;195;p5"/>
                  <p:cNvSpPr/>
                  <p:nvPr/>
                </p:nvSpPr>
                <p:spPr>
                  <a:xfrm rot="10800000">
                    <a:off x="-291600" y="3947400"/>
                    <a:ext cx="844200" cy="1985040"/>
                  </a:xfrm>
                  <a:custGeom>
                    <a:avLst/>
                    <a:gdLst>
                      <a:gd name="textAreaLeft" fmla="*/ 0 w 844200"/>
                      <a:gd name="textAreaRight" fmla="*/ 844560 w 844200"/>
                      <a:gd name="textAreaTop" fmla="*/ 0 h 1985040"/>
                      <a:gd name="textAreaBottom" fmla="*/ 1985400 h 1985040"/>
                    </a:gdLst>
                    <a:ahLst/>
                    <a:cxnLst/>
                    <a:rect l="textAreaLeft" t="textAreaTop" r="textAreaRight" b="textAreaBottom"/>
                    <a:pathLst>
                      <a:path w="23937" h="56267">
                        <a:moveTo>
                          <a:pt x="12997" y="0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48"/>
                          <a:pt x="23632" y="11305"/>
                          <a:pt x="23632" y="11808"/>
                        </a:cubicBezTo>
                        <a:cubicBezTo>
                          <a:pt x="23632" y="12296"/>
                          <a:pt x="23434" y="12753"/>
                          <a:pt x="23098" y="13103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4"/>
                        </a:lnTo>
                        <a:cubicBezTo>
                          <a:pt x="16547" y="11488"/>
                          <a:pt x="16029" y="11260"/>
                          <a:pt x="15435" y="11260"/>
                        </a:cubicBezTo>
                        <a:cubicBezTo>
                          <a:pt x="14840" y="11260"/>
                          <a:pt x="14307" y="11488"/>
                          <a:pt x="13911" y="11884"/>
                        </a:cubicBezTo>
                        <a:lnTo>
                          <a:pt x="12525" y="13271"/>
                        </a:lnTo>
                        <a:cubicBezTo>
                          <a:pt x="11687" y="14109"/>
                          <a:pt x="11687" y="15465"/>
                          <a:pt x="12525" y="16303"/>
                        </a:cubicBezTo>
                        <a:cubicBezTo>
                          <a:pt x="12860" y="16638"/>
                          <a:pt x="13058" y="17095"/>
                          <a:pt x="13058" y="17598"/>
                        </a:cubicBezTo>
                        <a:cubicBezTo>
                          <a:pt x="13058" y="18085"/>
                          <a:pt x="12860" y="18543"/>
                          <a:pt x="12525" y="18893"/>
                        </a:cubicBezTo>
                        <a:lnTo>
                          <a:pt x="11489" y="19914"/>
                        </a:lnTo>
                        <a:cubicBezTo>
                          <a:pt x="11153" y="20264"/>
                          <a:pt x="10696" y="20447"/>
                          <a:pt x="10193" y="20447"/>
                        </a:cubicBezTo>
                        <a:lnTo>
                          <a:pt x="9569" y="20447"/>
                        </a:lnTo>
                        <a:cubicBezTo>
                          <a:pt x="8975" y="20447"/>
                          <a:pt x="8441" y="20676"/>
                          <a:pt x="8045" y="21087"/>
                        </a:cubicBezTo>
                        <a:lnTo>
                          <a:pt x="3337" y="25780"/>
                        </a:lnTo>
                        <a:cubicBezTo>
                          <a:pt x="2941" y="26206"/>
                          <a:pt x="2713" y="26739"/>
                          <a:pt x="2713" y="27303"/>
                        </a:cubicBezTo>
                        <a:cubicBezTo>
                          <a:pt x="2713" y="27897"/>
                          <a:pt x="2941" y="28431"/>
                          <a:pt x="3337" y="28827"/>
                        </a:cubicBezTo>
                        <a:lnTo>
                          <a:pt x="10529" y="36018"/>
                        </a:lnTo>
                        <a:cubicBezTo>
                          <a:pt x="11245" y="36719"/>
                          <a:pt x="11245" y="37877"/>
                          <a:pt x="10529" y="38608"/>
                        </a:cubicBezTo>
                        <a:lnTo>
                          <a:pt x="8198" y="40924"/>
                        </a:lnTo>
                        <a:cubicBezTo>
                          <a:pt x="7801" y="41351"/>
                          <a:pt x="7573" y="41884"/>
                          <a:pt x="7573" y="42448"/>
                        </a:cubicBezTo>
                        <a:lnTo>
                          <a:pt x="7573" y="47704"/>
                        </a:lnTo>
                        <a:cubicBezTo>
                          <a:pt x="7573" y="48207"/>
                          <a:pt x="7375" y="48664"/>
                          <a:pt x="7040" y="48999"/>
                        </a:cubicBezTo>
                        <a:lnTo>
                          <a:pt x="1" y="56053"/>
                        </a:lnTo>
                        <a:lnTo>
                          <a:pt x="199" y="56267"/>
                        </a:lnTo>
                        <a:lnTo>
                          <a:pt x="7268" y="49212"/>
                        </a:lnTo>
                        <a:cubicBezTo>
                          <a:pt x="7664" y="48801"/>
                          <a:pt x="7893" y="48268"/>
                          <a:pt x="7893" y="47689"/>
                        </a:cubicBezTo>
                        <a:lnTo>
                          <a:pt x="7893" y="42432"/>
                        </a:lnTo>
                        <a:cubicBezTo>
                          <a:pt x="7893" y="41945"/>
                          <a:pt x="8091" y="41473"/>
                          <a:pt x="8426" y="41137"/>
                        </a:cubicBezTo>
                        <a:lnTo>
                          <a:pt x="10757" y="38806"/>
                        </a:lnTo>
                        <a:cubicBezTo>
                          <a:pt x="11595" y="37984"/>
                          <a:pt x="11595" y="36628"/>
                          <a:pt x="10757" y="35790"/>
                        </a:cubicBezTo>
                        <a:lnTo>
                          <a:pt x="3581" y="28598"/>
                        </a:lnTo>
                        <a:cubicBezTo>
                          <a:pt x="3231" y="28263"/>
                          <a:pt x="3048" y="27806"/>
                          <a:pt x="3048" y="27318"/>
                        </a:cubicBezTo>
                        <a:cubicBezTo>
                          <a:pt x="3048" y="26816"/>
                          <a:pt x="3231" y="26359"/>
                          <a:pt x="3581" y="26023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52"/>
                        </a:lnTo>
                        <a:cubicBezTo>
                          <a:pt x="13149" y="18741"/>
                          <a:pt x="13378" y="18207"/>
                          <a:pt x="13378" y="17628"/>
                        </a:cubicBezTo>
                        <a:cubicBezTo>
                          <a:pt x="13378" y="17049"/>
                          <a:pt x="13149" y="16516"/>
                          <a:pt x="12753" y="16105"/>
                        </a:cubicBezTo>
                        <a:cubicBezTo>
                          <a:pt x="12037" y="15404"/>
                          <a:pt x="12037" y="14246"/>
                          <a:pt x="12753" y="13515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7" y="11595"/>
                          <a:pt x="16395" y="11793"/>
                          <a:pt x="16730" y="12128"/>
                        </a:cubicBezTo>
                        <a:lnTo>
                          <a:pt x="19106" y="14505"/>
                        </a:lnTo>
                        <a:cubicBezTo>
                          <a:pt x="19525" y="14924"/>
                          <a:pt x="20074" y="15133"/>
                          <a:pt x="20622" y="15133"/>
                        </a:cubicBezTo>
                        <a:cubicBezTo>
                          <a:pt x="21171" y="15133"/>
                          <a:pt x="21719" y="14924"/>
                          <a:pt x="22138" y="14505"/>
                        </a:cubicBezTo>
                        <a:lnTo>
                          <a:pt x="23296" y="13347"/>
                        </a:lnTo>
                        <a:cubicBezTo>
                          <a:pt x="23708" y="12936"/>
                          <a:pt x="23936" y="12402"/>
                          <a:pt x="23936" y="11823"/>
                        </a:cubicBezTo>
                        <a:cubicBezTo>
                          <a:pt x="23936" y="11229"/>
                          <a:pt x="23708" y="10696"/>
                          <a:pt x="23296" y="10300"/>
                        </a:cubicBezTo>
                        <a:lnTo>
                          <a:pt x="12997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0C0A9E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162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1124" name="Google Shape;196;p5"/>
                <p:cNvGrpSpPr/>
                <p:nvPr/>
              </p:nvGrpSpPr>
              <p:grpSpPr>
                <a:xfrm>
                  <a:off x="210960" y="4983120"/>
                  <a:ext cx="699120" cy="478080"/>
                  <a:chOff x="210960" y="4983120"/>
                  <a:chExt cx="699120" cy="478080"/>
                </a:xfrm>
              </p:grpSpPr>
              <p:grpSp>
                <p:nvGrpSpPr>
                  <p:cNvPr id="1125" name="Google Shape;197;p5"/>
                  <p:cNvGrpSpPr/>
                  <p:nvPr/>
                </p:nvGrpSpPr>
                <p:grpSpPr>
                  <a:xfrm>
                    <a:off x="210960" y="4983120"/>
                    <a:ext cx="478080" cy="478080"/>
                    <a:chOff x="210960" y="4983120"/>
                    <a:chExt cx="478080" cy="478080"/>
                  </a:xfrm>
                </p:grpSpPr>
                <p:sp>
                  <p:nvSpPr>
                    <p:cNvPr id="1126" name="Google Shape;198;p5"/>
                    <p:cNvSpPr/>
                    <p:nvPr/>
                  </p:nvSpPr>
                  <p:spPr>
                    <a:xfrm rot="2700000">
                      <a:off x="277200" y="5056560"/>
                      <a:ext cx="345240" cy="330840"/>
                    </a:xfrm>
                    <a:custGeom>
                      <a:avLst/>
                      <a:gdLst>
                        <a:gd name="textAreaLeft" fmla="*/ 0 w 345240"/>
                        <a:gd name="textAreaRight" fmla="*/ 345600 w 345240"/>
                        <a:gd name="textAreaTop" fmla="*/ 0 h 330840"/>
                        <a:gd name="textAreaBottom" fmla="*/ 331200 h 330840"/>
                      </a:gdLst>
                      <a:ahLst/>
                      <a:cxnLst/>
                      <a:rect l="textAreaLeft" t="textAreaTop" r="textAreaRight" b="textAreaBottom"/>
                      <a:pathLst>
                        <a:path w="36902" h="35337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F5F8FF"/>
                        </a:gs>
                        <a:gs pos="18000">
                          <a:srgbClr val="F5F8FF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rgbClr val="F5F8FF"/>
                        </a:gs>
                        <a:gs pos="100000">
                          <a:srgbClr val="9900FF">
                            <a:alpha val="29000"/>
                          </a:srgbClr>
                        </a:gs>
                      </a:gsLst>
                      <a:path path="circle">
                        <a:fillToRect r="100000" b="100000"/>
                      </a:path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1440" bIns="9144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grpSp>
                  <p:nvGrpSpPr>
                    <p:cNvPr id="1127" name="Google Shape;199;p5"/>
                    <p:cNvGrpSpPr/>
                    <p:nvPr/>
                  </p:nvGrpSpPr>
                  <p:grpSpPr>
                    <a:xfrm>
                      <a:off x="255600" y="5083920"/>
                      <a:ext cx="387720" cy="222840"/>
                      <a:chOff x="255600" y="5083920"/>
                      <a:chExt cx="387720" cy="222840"/>
                    </a:xfrm>
                  </p:grpSpPr>
                  <p:sp>
                    <p:nvSpPr>
                      <p:cNvPr id="1128" name="Google Shape;200;p5"/>
                      <p:cNvSpPr/>
                      <p:nvPr/>
                    </p:nvSpPr>
                    <p:spPr>
                      <a:xfrm rot="2700000">
                        <a:off x="288360" y="5116320"/>
                        <a:ext cx="157680" cy="157680"/>
                      </a:xfrm>
                      <a:custGeom>
                        <a:avLst/>
                        <a:gdLst>
                          <a:gd name="textAreaLeft" fmla="*/ 0 w 157680"/>
                          <a:gd name="textAreaRight" fmla="*/ 158040 w 157680"/>
                          <a:gd name="textAreaTop" fmla="*/ 0 h 157680"/>
                          <a:gd name="textAreaBottom" fmla="*/ 158040 h 15768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tIns="78840" bIns="78840" anchor="ctr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  <a:tabLst>
                            <a:tab pos="0" algn="l"/>
                          </a:tabLst>
                        </a:pPr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OpenSymbol"/>
                        </a:endParaRPr>
                      </a:p>
                    </p:txBody>
                  </p:sp>
                  <p:sp>
                    <p:nvSpPr>
                      <p:cNvPr id="1129" name="Google Shape;201;p5"/>
                      <p:cNvSpPr/>
                      <p:nvPr/>
                    </p:nvSpPr>
                    <p:spPr>
                      <a:xfrm rot="2700000">
                        <a:off x="329400" y="5116320"/>
                        <a:ext cx="157680" cy="157680"/>
                      </a:xfrm>
                      <a:custGeom>
                        <a:avLst/>
                        <a:gdLst>
                          <a:gd name="textAreaLeft" fmla="*/ 0 w 157680"/>
                          <a:gd name="textAreaRight" fmla="*/ 158040 w 157680"/>
                          <a:gd name="textAreaTop" fmla="*/ 0 h 157680"/>
                          <a:gd name="textAreaBottom" fmla="*/ 158040 h 15768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tIns="78840" bIns="78840" anchor="ctr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  <a:tabLst>
                            <a:tab pos="0" algn="l"/>
                          </a:tabLst>
                        </a:pPr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OpenSymbol"/>
                        </a:endParaRPr>
                      </a:p>
                    </p:txBody>
                  </p:sp>
                  <p:sp>
                    <p:nvSpPr>
                      <p:cNvPr id="1130" name="Google Shape;202;p5"/>
                      <p:cNvSpPr/>
                      <p:nvPr/>
                    </p:nvSpPr>
                    <p:spPr>
                      <a:xfrm rot="2700000">
                        <a:off x="370800" y="5116320"/>
                        <a:ext cx="157680" cy="157680"/>
                      </a:xfrm>
                      <a:custGeom>
                        <a:avLst/>
                        <a:gdLst>
                          <a:gd name="textAreaLeft" fmla="*/ 0 w 157680"/>
                          <a:gd name="textAreaRight" fmla="*/ 158040 w 157680"/>
                          <a:gd name="textAreaTop" fmla="*/ 0 h 157680"/>
                          <a:gd name="textAreaBottom" fmla="*/ 158040 h 15768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tIns="78840" bIns="78840" anchor="ctr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  <a:tabLst>
                            <a:tab pos="0" algn="l"/>
                          </a:tabLst>
                        </a:pPr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OpenSymbol"/>
                        </a:endParaRPr>
                      </a:p>
                    </p:txBody>
                  </p:sp>
                  <p:sp>
                    <p:nvSpPr>
                      <p:cNvPr id="1131" name="Google Shape;203;p5"/>
                      <p:cNvSpPr/>
                      <p:nvPr/>
                    </p:nvSpPr>
                    <p:spPr>
                      <a:xfrm rot="2700000">
                        <a:off x="411840" y="5116320"/>
                        <a:ext cx="157680" cy="157680"/>
                      </a:xfrm>
                      <a:custGeom>
                        <a:avLst/>
                        <a:gdLst>
                          <a:gd name="textAreaLeft" fmla="*/ 0 w 157680"/>
                          <a:gd name="textAreaRight" fmla="*/ 158040 w 157680"/>
                          <a:gd name="textAreaTop" fmla="*/ 0 h 157680"/>
                          <a:gd name="textAreaBottom" fmla="*/ 158040 h 15768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tIns="78840" bIns="78840" anchor="ctr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  <a:tabLst>
                            <a:tab pos="0" algn="l"/>
                          </a:tabLst>
                        </a:pPr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OpenSymbol"/>
                        </a:endParaRPr>
                      </a:p>
                    </p:txBody>
                  </p:sp>
                  <p:sp>
                    <p:nvSpPr>
                      <p:cNvPr id="1132" name="Google Shape;204;p5"/>
                      <p:cNvSpPr/>
                      <p:nvPr/>
                    </p:nvSpPr>
                    <p:spPr>
                      <a:xfrm rot="2700000">
                        <a:off x="452880" y="5116320"/>
                        <a:ext cx="157680" cy="157680"/>
                      </a:xfrm>
                      <a:custGeom>
                        <a:avLst/>
                        <a:gdLst>
                          <a:gd name="textAreaLeft" fmla="*/ 0 w 157680"/>
                          <a:gd name="textAreaRight" fmla="*/ 158040 w 157680"/>
                          <a:gd name="textAreaTop" fmla="*/ 0 h 157680"/>
                          <a:gd name="textAreaBottom" fmla="*/ 158040 h 15768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tIns="78840" bIns="78840" anchor="ctr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  <a:tabLst>
                            <a:tab pos="0" algn="l"/>
                          </a:tabLst>
                        </a:pPr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OpenSymbol"/>
                        </a:endParaRPr>
                      </a:p>
                    </p:txBody>
                  </p:sp>
                </p:grpSp>
              </p:grpSp>
              <p:sp>
                <p:nvSpPr>
                  <p:cNvPr id="1133" name="Google Shape;205;p5"/>
                  <p:cNvSpPr/>
                  <p:nvPr/>
                </p:nvSpPr>
                <p:spPr>
                  <a:xfrm rot="18900000">
                    <a:off x="542160" y="5062320"/>
                    <a:ext cx="324360" cy="257760"/>
                  </a:xfrm>
                  <a:custGeom>
                    <a:avLst/>
                    <a:gdLst>
                      <a:gd name="textAreaLeft" fmla="*/ 0 w 324360"/>
                      <a:gd name="textAreaRight" fmla="*/ 324720 w 324360"/>
                      <a:gd name="textAreaTop" fmla="*/ 0 h 257760"/>
                      <a:gd name="textAreaBottom" fmla="*/ 258120 h 257760"/>
                    </a:gdLst>
                    <a:ahLst/>
                    <a:cxnLst/>
                    <a:rect l="textAreaLeft" t="textAreaTop" r="textAreaRight" b="textAreaBottom"/>
                    <a:pathLst>
                      <a:path w="44612" h="35440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1134" name="Google Shape;206;p5"/>
                <p:cNvGrpSpPr/>
                <p:nvPr/>
              </p:nvGrpSpPr>
              <p:grpSpPr>
                <a:xfrm>
                  <a:off x="-462240" y="3694320"/>
                  <a:ext cx="1047240" cy="1350720"/>
                  <a:chOff x="-462240" y="3694320"/>
                  <a:chExt cx="1047240" cy="1350720"/>
                </a:xfrm>
              </p:grpSpPr>
              <p:sp>
                <p:nvSpPr>
                  <p:cNvPr id="1135" name="Google Shape;207;p5"/>
                  <p:cNvSpPr/>
                  <p:nvPr/>
                </p:nvSpPr>
                <p:spPr>
                  <a:xfrm rot="13500000">
                    <a:off x="-115200" y="4347720"/>
                    <a:ext cx="581760" cy="575640"/>
                  </a:xfrm>
                  <a:custGeom>
                    <a:avLst/>
                    <a:gdLst>
                      <a:gd name="textAreaLeft" fmla="*/ 0 w 581760"/>
                      <a:gd name="textAreaRight" fmla="*/ 582120 w 581760"/>
                      <a:gd name="textAreaTop" fmla="*/ 0 h 575640"/>
                      <a:gd name="textAreaBottom" fmla="*/ 576000 h 575640"/>
                    </a:gdLst>
                    <a:ahLst/>
                    <a:cxnLst/>
                    <a:rect l="textAreaLeft" t="textAreaTop" r="textAreaRight" b="textAreaBottom"/>
                    <a:pathLst>
                      <a:path w="36171" h="3579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27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36" name="Google Shape;208;p5"/>
                  <p:cNvSpPr/>
                  <p:nvPr/>
                </p:nvSpPr>
                <p:spPr>
                  <a:xfrm rot="13500000">
                    <a:off x="-191160" y="4163400"/>
                    <a:ext cx="581760" cy="575640"/>
                  </a:xfrm>
                  <a:custGeom>
                    <a:avLst/>
                    <a:gdLst>
                      <a:gd name="textAreaLeft" fmla="*/ 0 w 581760"/>
                      <a:gd name="textAreaRight" fmla="*/ 582120 w 581760"/>
                      <a:gd name="textAreaTop" fmla="*/ 0 h 575640"/>
                      <a:gd name="textAreaBottom" fmla="*/ 576000 h 575640"/>
                    </a:gdLst>
                    <a:ahLst/>
                    <a:cxnLst/>
                    <a:rect l="textAreaLeft" t="textAreaTop" r="textAreaRight" b="textAreaBottom"/>
                    <a:pathLst>
                      <a:path w="36171" h="3579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27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37" name="Google Shape;209;p5"/>
                  <p:cNvSpPr/>
                  <p:nvPr/>
                </p:nvSpPr>
                <p:spPr>
                  <a:xfrm rot="13500000">
                    <a:off x="-267480" y="3999600"/>
                    <a:ext cx="581760" cy="575640"/>
                  </a:xfrm>
                  <a:custGeom>
                    <a:avLst/>
                    <a:gdLst>
                      <a:gd name="textAreaLeft" fmla="*/ 0 w 581760"/>
                      <a:gd name="textAreaRight" fmla="*/ 582120 w 581760"/>
                      <a:gd name="textAreaTop" fmla="*/ 0 h 575640"/>
                      <a:gd name="textAreaBottom" fmla="*/ 576000 h 575640"/>
                    </a:gdLst>
                    <a:ahLst/>
                    <a:cxnLst/>
                    <a:rect l="textAreaLeft" t="textAreaTop" r="textAreaRight" b="textAreaBottom"/>
                    <a:pathLst>
                      <a:path w="36171" h="3579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27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38" name="Google Shape;210;p5"/>
                  <p:cNvSpPr/>
                  <p:nvPr/>
                </p:nvSpPr>
                <p:spPr>
                  <a:xfrm rot="13500000">
                    <a:off x="-343800" y="3815280"/>
                    <a:ext cx="581760" cy="575640"/>
                  </a:xfrm>
                  <a:custGeom>
                    <a:avLst/>
                    <a:gdLst>
                      <a:gd name="textAreaLeft" fmla="*/ 0 w 581760"/>
                      <a:gd name="textAreaRight" fmla="*/ 582120 w 581760"/>
                      <a:gd name="textAreaTop" fmla="*/ 0 h 575640"/>
                      <a:gd name="textAreaBottom" fmla="*/ 576000 h 575640"/>
                    </a:gdLst>
                    <a:ahLst/>
                    <a:cxnLst/>
                    <a:rect l="textAreaLeft" t="textAreaTop" r="textAreaRight" b="textAreaBottom"/>
                    <a:pathLst>
                      <a:path w="36171" h="3579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27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1139" name="Google Shape;211;p5"/>
                <p:cNvGrpSpPr/>
                <p:nvPr/>
              </p:nvGrpSpPr>
              <p:grpSpPr>
                <a:xfrm>
                  <a:off x="286560" y="4643640"/>
                  <a:ext cx="699120" cy="478080"/>
                  <a:chOff x="286560" y="4643640"/>
                  <a:chExt cx="699120" cy="478080"/>
                </a:xfrm>
              </p:grpSpPr>
              <p:grpSp>
                <p:nvGrpSpPr>
                  <p:cNvPr id="1140" name="Google Shape;212;p5"/>
                  <p:cNvGrpSpPr/>
                  <p:nvPr/>
                </p:nvGrpSpPr>
                <p:grpSpPr>
                  <a:xfrm>
                    <a:off x="286560" y="4643640"/>
                    <a:ext cx="478080" cy="478080"/>
                    <a:chOff x="286560" y="4643640"/>
                    <a:chExt cx="478080" cy="478080"/>
                  </a:xfrm>
                </p:grpSpPr>
                <p:sp>
                  <p:nvSpPr>
                    <p:cNvPr id="1141" name="Google Shape;213;p5"/>
                    <p:cNvSpPr/>
                    <p:nvPr/>
                  </p:nvSpPr>
                  <p:spPr>
                    <a:xfrm rot="2700000">
                      <a:off x="352800" y="4717080"/>
                      <a:ext cx="345240" cy="330840"/>
                    </a:xfrm>
                    <a:custGeom>
                      <a:avLst/>
                      <a:gdLst>
                        <a:gd name="textAreaLeft" fmla="*/ 0 w 345240"/>
                        <a:gd name="textAreaRight" fmla="*/ 345600 w 345240"/>
                        <a:gd name="textAreaTop" fmla="*/ 0 h 330840"/>
                        <a:gd name="textAreaBottom" fmla="*/ 331200 h 330840"/>
                      </a:gdLst>
                      <a:ahLst/>
                      <a:cxnLst/>
                      <a:rect l="textAreaLeft" t="textAreaTop" r="textAreaRight" b="textAreaBottom"/>
                      <a:pathLst>
                        <a:path w="36902" h="35337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F5F8FF"/>
                        </a:gs>
                        <a:gs pos="18000">
                          <a:srgbClr val="F5F8FF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rgbClr val="F5F8FF"/>
                        </a:gs>
                        <a:gs pos="100000">
                          <a:srgbClr val="9900FF">
                            <a:alpha val="29000"/>
                          </a:srgbClr>
                        </a:gs>
                      </a:gsLst>
                      <a:path path="circle">
                        <a:fillToRect r="100000" b="100000"/>
                      </a:path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1440" bIns="9144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grpSp>
                  <p:nvGrpSpPr>
                    <p:cNvPr id="1142" name="Google Shape;214;p5"/>
                    <p:cNvGrpSpPr/>
                    <p:nvPr/>
                  </p:nvGrpSpPr>
                  <p:grpSpPr>
                    <a:xfrm>
                      <a:off x="331560" y="4744440"/>
                      <a:ext cx="387360" cy="222840"/>
                      <a:chOff x="331560" y="4744440"/>
                      <a:chExt cx="387360" cy="222840"/>
                    </a:xfrm>
                  </p:grpSpPr>
                  <p:sp>
                    <p:nvSpPr>
                      <p:cNvPr id="1143" name="Google Shape;215;p5"/>
                      <p:cNvSpPr/>
                      <p:nvPr/>
                    </p:nvSpPr>
                    <p:spPr>
                      <a:xfrm rot="2700000">
                        <a:off x="364320" y="4776840"/>
                        <a:ext cx="157680" cy="157680"/>
                      </a:xfrm>
                      <a:custGeom>
                        <a:avLst/>
                        <a:gdLst>
                          <a:gd name="textAreaLeft" fmla="*/ 0 w 157680"/>
                          <a:gd name="textAreaRight" fmla="*/ 158040 w 157680"/>
                          <a:gd name="textAreaTop" fmla="*/ 0 h 157680"/>
                          <a:gd name="textAreaBottom" fmla="*/ 158040 h 15768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tIns="78840" bIns="78840" anchor="ctr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  <a:tabLst>
                            <a:tab pos="0" algn="l"/>
                          </a:tabLst>
                        </a:pPr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OpenSymbol"/>
                        </a:endParaRPr>
                      </a:p>
                    </p:txBody>
                  </p:sp>
                  <p:sp>
                    <p:nvSpPr>
                      <p:cNvPr id="1144" name="Google Shape;216;p5"/>
                      <p:cNvSpPr/>
                      <p:nvPr/>
                    </p:nvSpPr>
                    <p:spPr>
                      <a:xfrm rot="2700000">
                        <a:off x="405360" y="4776840"/>
                        <a:ext cx="157680" cy="157680"/>
                      </a:xfrm>
                      <a:custGeom>
                        <a:avLst/>
                        <a:gdLst>
                          <a:gd name="textAreaLeft" fmla="*/ 0 w 157680"/>
                          <a:gd name="textAreaRight" fmla="*/ 158040 w 157680"/>
                          <a:gd name="textAreaTop" fmla="*/ 0 h 157680"/>
                          <a:gd name="textAreaBottom" fmla="*/ 158040 h 15768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tIns="78840" bIns="78840" anchor="ctr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  <a:tabLst>
                            <a:tab pos="0" algn="l"/>
                          </a:tabLst>
                        </a:pPr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OpenSymbol"/>
                        </a:endParaRPr>
                      </a:p>
                    </p:txBody>
                  </p:sp>
                  <p:sp>
                    <p:nvSpPr>
                      <p:cNvPr id="1145" name="Google Shape;217;p5"/>
                      <p:cNvSpPr/>
                      <p:nvPr/>
                    </p:nvSpPr>
                    <p:spPr>
                      <a:xfrm rot="2700000">
                        <a:off x="446400" y="4776840"/>
                        <a:ext cx="157680" cy="157680"/>
                      </a:xfrm>
                      <a:custGeom>
                        <a:avLst/>
                        <a:gdLst>
                          <a:gd name="textAreaLeft" fmla="*/ 0 w 157680"/>
                          <a:gd name="textAreaRight" fmla="*/ 158040 w 157680"/>
                          <a:gd name="textAreaTop" fmla="*/ 0 h 157680"/>
                          <a:gd name="textAreaBottom" fmla="*/ 158040 h 15768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tIns="78840" bIns="78840" anchor="ctr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  <a:tabLst>
                            <a:tab pos="0" algn="l"/>
                          </a:tabLst>
                        </a:pPr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OpenSymbol"/>
                        </a:endParaRPr>
                      </a:p>
                    </p:txBody>
                  </p:sp>
                  <p:sp>
                    <p:nvSpPr>
                      <p:cNvPr id="1146" name="Google Shape;218;p5"/>
                      <p:cNvSpPr/>
                      <p:nvPr/>
                    </p:nvSpPr>
                    <p:spPr>
                      <a:xfrm rot="2700000">
                        <a:off x="487440" y="4776840"/>
                        <a:ext cx="157680" cy="157680"/>
                      </a:xfrm>
                      <a:custGeom>
                        <a:avLst/>
                        <a:gdLst>
                          <a:gd name="textAreaLeft" fmla="*/ 0 w 157680"/>
                          <a:gd name="textAreaRight" fmla="*/ 158040 w 157680"/>
                          <a:gd name="textAreaTop" fmla="*/ 0 h 157680"/>
                          <a:gd name="textAreaBottom" fmla="*/ 158040 h 15768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tIns="78840" bIns="78840" anchor="ctr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  <a:tabLst>
                            <a:tab pos="0" algn="l"/>
                          </a:tabLst>
                        </a:pPr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OpenSymbol"/>
                        </a:endParaRPr>
                      </a:p>
                    </p:txBody>
                  </p:sp>
                  <p:sp>
                    <p:nvSpPr>
                      <p:cNvPr id="1147" name="Google Shape;219;p5"/>
                      <p:cNvSpPr/>
                      <p:nvPr/>
                    </p:nvSpPr>
                    <p:spPr>
                      <a:xfrm rot="2700000">
                        <a:off x="528480" y="4776840"/>
                        <a:ext cx="157680" cy="157680"/>
                      </a:xfrm>
                      <a:custGeom>
                        <a:avLst/>
                        <a:gdLst>
                          <a:gd name="textAreaLeft" fmla="*/ 0 w 157680"/>
                          <a:gd name="textAreaRight" fmla="*/ 158040 w 157680"/>
                          <a:gd name="textAreaTop" fmla="*/ 0 h 157680"/>
                          <a:gd name="textAreaBottom" fmla="*/ 158040 h 15768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tIns="78840" bIns="78840" anchor="ctr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  <a:tabLst>
                            <a:tab pos="0" algn="l"/>
                          </a:tabLst>
                        </a:pPr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OpenSymbol"/>
                        </a:endParaRPr>
                      </a:p>
                    </p:txBody>
                  </p:sp>
                </p:grpSp>
              </p:grpSp>
              <p:sp>
                <p:nvSpPr>
                  <p:cNvPr id="1148" name="Google Shape;220;p5"/>
                  <p:cNvSpPr/>
                  <p:nvPr/>
                </p:nvSpPr>
                <p:spPr>
                  <a:xfrm rot="18900000">
                    <a:off x="617760" y="4722840"/>
                    <a:ext cx="324360" cy="257760"/>
                  </a:xfrm>
                  <a:custGeom>
                    <a:avLst/>
                    <a:gdLst>
                      <a:gd name="textAreaLeft" fmla="*/ 0 w 324360"/>
                      <a:gd name="textAreaRight" fmla="*/ 324720 w 324360"/>
                      <a:gd name="textAreaTop" fmla="*/ 0 h 257760"/>
                      <a:gd name="textAreaBottom" fmla="*/ 258120 h 257760"/>
                    </a:gdLst>
                    <a:ahLst/>
                    <a:cxnLst/>
                    <a:rect l="textAreaLeft" t="textAreaTop" r="textAreaRight" b="textAreaBottom"/>
                    <a:pathLst>
                      <a:path w="44612" h="35440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1149" name="Google Shape;221;p5"/>
                <p:cNvGrpSpPr/>
                <p:nvPr/>
              </p:nvGrpSpPr>
              <p:grpSpPr>
                <a:xfrm>
                  <a:off x="-217440" y="4700160"/>
                  <a:ext cx="699120" cy="478080"/>
                  <a:chOff x="-217440" y="4700160"/>
                  <a:chExt cx="699120" cy="478080"/>
                </a:xfrm>
              </p:grpSpPr>
              <p:grpSp>
                <p:nvGrpSpPr>
                  <p:cNvPr id="1150" name="Google Shape;222;p5"/>
                  <p:cNvGrpSpPr/>
                  <p:nvPr/>
                </p:nvGrpSpPr>
                <p:grpSpPr>
                  <a:xfrm>
                    <a:off x="-217440" y="4700160"/>
                    <a:ext cx="478080" cy="478080"/>
                    <a:chOff x="-217440" y="4700160"/>
                    <a:chExt cx="478080" cy="478080"/>
                  </a:xfrm>
                </p:grpSpPr>
                <p:sp>
                  <p:nvSpPr>
                    <p:cNvPr id="1151" name="Google Shape;223;p5"/>
                    <p:cNvSpPr/>
                    <p:nvPr/>
                  </p:nvSpPr>
                  <p:spPr>
                    <a:xfrm rot="2700000">
                      <a:off x="-150840" y="4773600"/>
                      <a:ext cx="345240" cy="330840"/>
                    </a:xfrm>
                    <a:custGeom>
                      <a:avLst/>
                      <a:gdLst>
                        <a:gd name="textAreaLeft" fmla="*/ 0 w 345240"/>
                        <a:gd name="textAreaRight" fmla="*/ 345600 w 345240"/>
                        <a:gd name="textAreaTop" fmla="*/ 0 h 330840"/>
                        <a:gd name="textAreaBottom" fmla="*/ 331200 h 330840"/>
                      </a:gdLst>
                      <a:ahLst/>
                      <a:cxnLst/>
                      <a:rect l="textAreaLeft" t="textAreaTop" r="textAreaRight" b="textAreaBottom"/>
                      <a:pathLst>
                        <a:path w="36902" h="35337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F5F8FF"/>
                        </a:gs>
                        <a:gs pos="18000">
                          <a:srgbClr val="F5F8FF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rgbClr val="F5F8FF"/>
                        </a:gs>
                        <a:gs pos="100000">
                          <a:srgbClr val="9900FF">
                            <a:alpha val="29000"/>
                          </a:srgbClr>
                        </a:gs>
                      </a:gsLst>
                      <a:path path="circle">
                        <a:fillToRect r="100000" b="100000"/>
                      </a:path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1440" bIns="9144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grpSp>
                  <p:nvGrpSpPr>
                    <p:cNvPr id="1152" name="Google Shape;224;p5"/>
                    <p:cNvGrpSpPr/>
                    <p:nvPr/>
                  </p:nvGrpSpPr>
                  <p:grpSpPr>
                    <a:xfrm>
                      <a:off x="-172440" y="4800960"/>
                      <a:ext cx="387360" cy="222840"/>
                      <a:chOff x="-172440" y="4800960"/>
                      <a:chExt cx="387360" cy="222840"/>
                    </a:xfrm>
                  </p:grpSpPr>
                  <p:sp>
                    <p:nvSpPr>
                      <p:cNvPr id="1153" name="Google Shape;225;p5"/>
                      <p:cNvSpPr/>
                      <p:nvPr/>
                    </p:nvSpPr>
                    <p:spPr>
                      <a:xfrm rot="2700000">
                        <a:off x="-139680" y="4833360"/>
                        <a:ext cx="157680" cy="157680"/>
                      </a:xfrm>
                      <a:custGeom>
                        <a:avLst/>
                        <a:gdLst>
                          <a:gd name="textAreaLeft" fmla="*/ 0 w 157680"/>
                          <a:gd name="textAreaRight" fmla="*/ 158040 w 157680"/>
                          <a:gd name="textAreaTop" fmla="*/ 0 h 157680"/>
                          <a:gd name="textAreaBottom" fmla="*/ 158040 h 15768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tIns="78840" bIns="78840" anchor="ctr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  <a:tabLst>
                            <a:tab pos="0" algn="l"/>
                          </a:tabLst>
                        </a:pPr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OpenSymbol"/>
                        </a:endParaRPr>
                      </a:p>
                    </p:txBody>
                  </p:sp>
                  <p:sp>
                    <p:nvSpPr>
                      <p:cNvPr id="1154" name="Google Shape;226;p5"/>
                      <p:cNvSpPr/>
                      <p:nvPr/>
                    </p:nvSpPr>
                    <p:spPr>
                      <a:xfrm rot="2700000">
                        <a:off x="-98640" y="4833360"/>
                        <a:ext cx="157680" cy="157680"/>
                      </a:xfrm>
                      <a:custGeom>
                        <a:avLst/>
                        <a:gdLst>
                          <a:gd name="textAreaLeft" fmla="*/ 0 w 157680"/>
                          <a:gd name="textAreaRight" fmla="*/ 158040 w 157680"/>
                          <a:gd name="textAreaTop" fmla="*/ 0 h 157680"/>
                          <a:gd name="textAreaBottom" fmla="*/ 158040 h 15768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tIns="78840" bIns="78840" anchor="ctr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  <a:tabLst>
                            <a:tab pos="0" algn="l"/>
                          </a:tabLst>
                        </a:pPr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OpenSymbol"/>
                        </a:endParaRPr>
                      </a:p>
                    </p:txBody>
                  </p:sp>
                  <p:sp>
                    <p:nvSpPr>
                      <p:cNvPr id="1155" name="Google Shape;227;p5"/>
                      <p:cNvSpPr/>
                      <p:nvPr/>
                    </p:nvSpPr>
                    <p:spPr>
                      <a:xfrm rot="2700000">
                        <a:off x="-57600" y="4833360"/>
                        <a:ext cx="157680" cy="157680"/>
                      </a:xfrm>
                      <a:custGeom>
                        <a:avLst/>
                        <a:gdLst>
                          <a:gd name="textAreaLeft" fmla="*/ 0 w 157680"/>
                          <a:gd name="textAreaRight" fmla="*/ 158040 w 157680"/>
                          <a:gd name="textAreaTop" fmla="*/ 0 h 157680"/>
                          <a:gd name="textAreaBottom" fmla="*/ 158040 h 15768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tIns="78840" bIns="78840" anchor="ctr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  <a:tabLst>
                            <a:tab pos="0" algn="l"/>
                          </a:tabLst>
                        </a:pPr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OpenSymbol"/>
                        </a:endParaRPr>
                      </a:p>
                    </p:txBody>
                  </p:sp>
                  <p:sp>
                    <p:nvSpPr>
                      <p:cNvPr id="1156" name="Google Shape;228;p5"/>
                      <p:cNvSpPr/>
                      <p:nvPr/>
                    </p:nvSpPr>
                    <p:spPr>
                      <a:xfrm rot="2700000">
                        <a:off x="-16560" y="4833360"/>
                        <a:ext cx="157680" cy="157680"/>
                      </a:xfrm>
                      <a:custGeom>
                        <a:avLst/>
                        <a:gdLst>
                          <a:gd name="textAreaLeft" fmla="*/ 0 w 157680"/>
                          <a:gd name="textAreaRight" fmla="*/ 158040 w 157680"/>
                          <a:gd name="textAreaTop" fmla="*/ 0 h 157680"/>
                          <a:gd name="textAreaBottom" fmla="*/ 158040 h 15768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tIns="78840" bIns="78840" anchor="ctr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  <a:tabLst>
                            <a:tab pos="0" algn="l"/>
                          </a:tabLst>
                        </a:pPr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OpenSymbol"/>
                        </a:endParaRPr>
                      </a:p>
                    </p:txBody>
                  </p:sp>
                  <p:sp>
                    <p:nvSpPr>
                      <p:cNvPr id="1157" name="Google Shape;229;p5"/>
                      <p:cNvSpPr/>
                      <p:nvPr/>
                    </p:nvSpPr>
                    <p:spPr>
                      <a:xfrm rot="2700000">
                        <a:off x="24120" y="4833360"/>
                        <a:ext cx="157680" cy="157680"/>
                      </a:xfrm>
                      <a:custGeom>
                        <a:avLst/>
                        <a:gdLst>
                          <a:gd name="textAreaLeft" fmla="*/ 0 w 157680"/>
                          <a:gd name="textAreaRight" fmla="*/ 158040 w 157680"/>
                          <a:gd name="textAreaTop" fmla="*/ 0 h 157680"/>
                          <a:gd name="textAreaBottom" fmla="*/ 158040 h 15768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tIns="78840" bIns="78840" anchor="ctr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  <a:tabLst>
                            <a:tab pos="0" algn="l"/>
                          </a:tabLst>
                        </a:pPr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OpenSymbol"/>
                        </a:endParaRPr>
                      </a:p>
                    </p:txBody>
                  </p:sp>
                </p:grpSp>
              </p:grpSp>
              <p:sp>
                <p:nvSpPr>
                  <p:cNvPr id="1158" name="Google Shape;230;p5"/>
                  <p:cNvSpPr/>
                  <p:nvPr/>
                </p:nvSpPr>
                <p:spPr>
                  <a:xfrm rot="18900000">
                    <a:off x="113760" y="4779360"/>
                    <a:ext cx="324360" cy="257760"/>
                  </a:xfrm>
                  <a:custGeom>
                    <a:avLst/>
                    <a:gdLst>
                      <a:gd name="textAreaLeft" fmla="*/ 0 w 324360"/>
                      <a:gd name="textAreaRight" fmla="*/ 324720 w 324360"/>
                      <a:gd name="textAreaTop" fmla="*/ 0 h 257760"/>
                      <a:gd name="textAreaBottom" fmla="*/ 258120 h 257760"/>
                    </a:gdLst>
                    <a:ahLst/>
                    <a:cxnLst/>
                    <a:rect l="textAreaLeft" t="textAreaTop" r="textAreaRight" b="textAreaBottom"/>
                    <a:pathLst>
                      <a:path w="44612" h="35440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</p:grpSp>
        <p:grpSp>
          <p:nvGrpSpPr>
            <p:cNvPr id="1159" name="Google Shape;231;p5"/>
            <p:cNvGrpSpPr/>
            <p:nvPr/>
          </p:nvGrpSpPr>
          <p:grpSpPr>
            <a:xfrm>
              <a:off x="995400" y="4915080"/>
              <a:ext cx="438840" cy="438840"/>
              <a:chOff x="995400" y="4915080"/>
              <a:chExt cx="438840" cy="438840"/>
            </a:xfrm>
          </p:grpSpPr>
          <p:sp>
            <p:nvSpPr>
              <p:cNvPr id="1160" name="Google Shape;232;p5"/>
              <p:cNvSpPr/>
              <p:nvPr/>
            </p:nvSpPr>
            <p:spPr>
              <a:xfrm rot="5400000">
                <a:off x="995400" y="4915080"/>
                <a:ext cx="438840" cy="438840"/>
              </a:xfrm>
              <a:custGeom>
                <a:avLst/>
                <a:gdLst>
                  <a:gd name="textAreaLeft" fmla="*/ 0 w 438840"/>
                  <a:gd name="textAreaRight" fmla="*/ 439200 w 438840"/>
                  <a:gd name="textAreaTop" fmla="*/ 0 h 438840"/>
                  <a:gd name="textAreaBottom" fmla="*/ 439200 h 43884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61" name="Google Shape;233;p5"/>
              <p:cNvSpPr/>
              <p:nvPr/>
            </p:nvSpPr>
            <p:spPr>
              <a:xfrm rot="5400000">
                <a:off x="1083240" y="5015160"/>
                <a:ext cx="262440" cy="239400"/>
              </a:xfrm>
              <a:custGeom>
                <a:avLst/>
                <a:gdLst>
                  <a:gd name="textAreaLeft" fmla="*/ 0 w 262440"/>
                  <a:gd name="textAreaRight" fmla="*/ 262800 w 262440"/>
                  <a:gd name="textAreaTop" fmla="*/ 0 h 239400"/>
                  <a:gd name="textAreaBottom" fmla="*/ 239760 h 23940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162" name="Google Shape;234;p5"/>
          <p:cNvGrpSpPr/>
          <p:nvPr/>
        </p:nvGrpSpPr>
        <p:grpSpPr>
          <a:xfrm>
            <a:off x="-2352240" y="-456480"/>
            <a:ext cx="5306760" cy="2547000"/>
            <a:chOff x="-2352240" y="-456480"/>
            <a:chExt cx="5306760" cy="2547000"/>
          </a:xfrm>
        </p:grpSpPr>
        <p:grpSp>
          <p:nvGrpSpPr>
            <p:cNvPr id="1163" name="Google Shape;235;p5"/>
            <p:cNvGrpSpPr/>
            <p:nvPr/>
          </p:nvGrpSpPr>
          <p:grpSpPr>
            <a:xfrm>
              <a:off x="-1350360" y="-456480"/>
              <a:ext cx="2555280" cy="2547000"/>
              <a:chOff x="-1350360" y="-456480"/>
              <a:chExt cx="2555280" cy="2547000"/>
            </a:xfrm>
          </p:grpSpPr>
          <p:sp>
            <p:nvSpPr>
              <p:cNvPr id="1164" name="Google Shape;236;p5"/>
              <p:cNvSpPr/>
              <p:nvPr/>
            </p:nvSpPr>
            <p:spPr>
              <a:xfrm rot="13500000" flipH="1">
                <a:off x="-502920" y="-357120"/>
                <a:ext cx="981720" cy="2461320"/>
              </a:xfrm>
              <a:custGeom>
                <a:avLst/>
                <a:gdLst>
                  <a:gd name="textAreaLeft" fmla="*/ 360 w 981720"/>
                  <a:gd name="textAreaRight" fmla="*/ 982440 w 981720"/>
                  <a:gd name="textAreaTop" fmla="*/ 0 h 2461320"/>
                  <a:gd name="textAreaBottom" fmla="*/ 2461680 h 246132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80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65" name="Google Shape;237;p5"/>
              <p:cNvSpPr/>
              <p:nvPr/>
            </p:nvSpPr>
            <p:spPr>
              <a:xfrm rot="13500000" flipH="1">
                <a:off x="-623880" y="-469440"/>
                <a:ext cx="981720" cy="2461320"/>
              </a:xfrm>
              <a:custGeom>
                <a:avLst/>
                <a:gdLst>
                  <a:gd name="textAreaLeft" fmla="*/ 360 w 981720"/>
                  <a:gd name="textAreaRight" fmla="*/ 982440 w 981720"/>
                  <a:gd name="textAreaTop" fmla="*/ 0 h 2461320"/>
                  <a:gd name="textAreaBottom" fmla="*/ 2461680 h 246132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166" name="Google Shape;238;p5"/>
            <p:cNvSpPr/>
            <p:nvPr/>
          </p:nvSpPr>
          <p:spPr>
            <a:xfrm rot="16200000">
              <a:off x="1678680" y="-1047960"/>
              <a:ext cx="577080" cy="1974240"/>
            </a:xfrm>
            <a:custGeom>
              <a:avLst/>
              <a:gdLst>
                <a:gd name="textAreaLeft" fmla="*/ 0 w 577080"/>
                <a:gd name="textAreaRight" fmla="*/ 577440 w 577080"/>
                <a:gd name="textAreaTop" fmla="*/ 0 h 1974240"/>
                <a:gd name="textAreaBottom" fmla="*/ 1974600 h 1974240"/>
              </a:gdLst>
              <a:ahLst/>
              <a:cxnLst/>
              <a:rect l="textAreaLeft" t="textAreaTop" r="textAreaRight" b="textAreaBottom"/>
              <a:pathLst>
                <a:path w="14079" h="48146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167" name="Google Shape;239;p5"/>
            <p:cNvGrpSpPr/>
            <p:nvPr/>
          </p:nvGrpSpPr>
          <p:grpSpPr>
            <a:xfrm>
              <a:off x="-2352240" y="93600"/>
              <a:ext cx="4558680" cy="133920"/>
              <a:chOff x="-2352240" y="93600"/>
              <a:chExt cx="4558680" cy="133920"/>
            </a:xfrm>
          </p:grpSpPr>
          <p:sp>
            <p:nvSpPr>
              <p:cNvPr id="1168" name="Google Shape;240;p5"/>
              <p:cNvSpPr/>
              <p:nvPr/>
            </p:nvSpPr>
            <p:spPr>
              <a:xfrm>
                <a:off x="2072520" y="93600"/>
                <a:ext cx="133920" cy="13392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520" bIns="47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cxnSp>
            <p:nvCxnSpPr>
              <p:cNvPr id="1169" name="Google Shape;241;p5"/>
              <p:cNvCxnSpPr/>
              <p:nvPr/>
            </p:nvCxnSpPr>
            <p:spPr>
              <a:xfrm>
                <a:off x="-2352240" y="160560"/>
                <a:ext cx="4462560" cy="36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1170" name="Google Shape;242;p5"/>
              <p:cNvSpPr/>
              <p:nvPr/>
            </p:nvSpPr>
            <p:spPr>
              <a:xfrm>
                <a:off x="2102400" y="12384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171" name="Google Shape;243;p5"/>
          <p:cNvGrpSpPr/>
          <p:nvPr/>
        </p:nvGrpSpPr>
        <p:grpSpPr>
          <a:xfrm>
            <a:off x="6795360" y="3095280"/>
            <a:ext cx="4558680" cy="2438280"/>
            <a:chOff x="6795360" y="3095280"/>
            <a:chExt cx="4558680" cy="2438280"/>
          </a:xfrm>
        </p:grpSpPr>
        <p:grpSp>
          <p:nvGrpSpPr>
            <p:cNvPr id="1172" name="Google Shape;244;p5"/>
            <p:cNvGrpSpPr/>
            <p:nvPr/>
          </p:nvGrpSpPr>
          <p:grpSpPr>
            <a:xfrm>
              <a:off x="7644600" y="3095280"/>
              <a:ext cx="2439000" cy="2438280"/>
              <a:chOff x="7644600" y="3095280"/>
              <a:chExt cx="2439000" cy="2438280"/>
            </a:xfrm>
          </p:grpSpPr>
          <p:sp>
            <p:nvSpPr>
              <p:cNvPr id="1173" name="Google Shape;245;p5"/>
              <p:cNvSpPr/>
              <p:nvPr/>
            </p:nvSpPr>
            <p:spPr>
              <a:xfrm rot="2700000" flipH="1">
                <a:off x="8316000" y="3104280"/>
                <a:ext cx="981720" cy="2307600"/>
              </a:xfrm>
              <a:custGeom>
                <a:avLst/>
                <a:gdLst>
                  <a:gd name="textAreaLeft" fmla="*/ -360 w 981720"/>
                  <a:gd name="textAreaRight" fmla="*/ 981720 w 981720"/>
                  <a:gd name="textAreaTop" fmla="*/ 0 h 2307600"/>
                  <a:gd name="textAreaBottom" fmla="*/ 2307960 h 230760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80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74" name="Google Shape;246;p5"/>
              <p:cNvSpPr/>
              <p:nvPr/>
            </p:nvSpPr>
            <p:spPr>
              <a:xfrm rot="2700000" flipH="1">
                <a:off x="8429040" y="3216600"/>
                <a:ext cx="981720" cy="2307600"/>
              </a:xfrm>
              <a:custGeom>
                <a:avLst/>
                <a:gdLst>
                  <a:gd name="textAreaLeft" fmla="*/ -360 w 981720"/>
                  <a:gd name="textAreaRight" fmla="*/ 981720 w 981720"/>
                  <a:gd name="textAreaTop" fmla="*/ 0 h 2307600"/>
                  <a:gd name="textAreaBottom" fmla="*/ 2307960 h 230760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175" name="Google Shape;247;p5"/>
            <p:cNvGrpSpPr/>
            <p:nvPr/>
          </p:nvGrpSpPr>
          <p:grpSpPr>
            <a:xfrm>
              <a:off x="6795360" y="5002920"/>
              <a:ext cx="4558680" cy="133920"/>
              <a:chOff x="6795360" y="5002920"/>
              <a:chExt cx="4558680" cy="133920"/>
            </a:xfrm>
          </p:grpSpPr>
          <p:sp>
            <p:nvSpPr>
              <p:cNvPr id="1176" name="Google Shape;248;p5"/>
              <p:cNvSpPr/>
              <p:nvPr/>
            </p:nvSpPr>
            <p:spPr>
              <a:xfrm rot="10800000">
                <a:off x="6795360" y="5002920"/>
                <a:ext cx="133920" cy="13392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520" bIns="47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cxnSp>
            <p:nvCxnSpPr>
              <p:cNvPr id="1177" name="Google Shape;249;p5"/>
              <p:cNvCxnSpPr/>
              <p:nvPr/>
            </p:nvCxnSpPr>
            <p:spPr>
              <a:xfrm flipH="1">
                <a:off x="6891120" y="5069520"/>
                <a:ext cx="4463280" cy="36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1178" name="Google Shape;250;p5"/>
              <p:cNvSpPr/>
              <p:nvPr/>
            </p:nvSpPr>
            <p:spPr>
              <a:xfrm rot="10800000">
                <a:off x="6825600" y="503316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9" name="Google Shape;252;p6"/>
          <p:cNvGrpSpPr/>
          <p:nvPr/>
        </p:nvGrpSpPr>
        <p:grpSpPr>
          <a:xfrm>
            <a:off x="-2151360" y="-1921320"/>
            <a:ext cx="4718880" cy="4718880"/>
            <a:chOff x="-2151360" y="-1921320"/>
            <a:chExt cx="4718880" cy="4718880"/>
          </a:xfrm>
        </p:grpSpPr>
        <p:sp>
          <p:nvSpPr>
            <p:cNvPr id="1180" name="Google Shape;253;p6"/>
            <p:cNvSpPr/>
            <p:nvPr/>
          </p:nvSpPr>
          <p:spPr>
            <a:xfrm rot="9900000">
              <a:off x="-613440" y="-523440"/>
              <a:ext cx="2152080" cy="1863720"/>
            </a:xfrm>
            <a:custGeom>
              <a:avLst/>
              <a:gdLst>
                <a:gd name="textAreaLeft" fmla="*/ 0 w 2152080"/>
                <a:gd name="textAreaRight" fmla="*/ 2152440 w 2152080"/>
                <a:gd name="textAreaTop" fmla="*/ 0 h 1863720"/>
                <a:gd name="textAreaBottom" fmla="*/ 1864080 h 1863720"/>
              </a:gdLst>
              <a:ahLst/>
              <a:cxnLst/>
              <a:rect l="textAreaLeft" t="textAreaTop" r="textAreaRight" b="textAreaBottom"/>
              <a:pathLst>
                <a:path w="51285" h="44413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 rotWithShape="0"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000"/>
                  </a:srgbClr>
                </a:gs>
              </a:gsLst>
              <a:lin ang="207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pic>
          <p:nvPicPr>
            <p:cNvPr id="1181" name="Google Shape;254;p6"/>
            <p:cNvPicPr/>
            <p:nvPr/>
          </p:nvPicPr>
          <p:blipFill>
            <a:blip r:embed="rId2"/>
            <a:srcRect t="17653" b="17662"/>
            <a:stretch/>
          </p:blipFill>
          <p:spPr>
            <a:xfrm rot="13500000">
              <a:off x="-1684080" y="-1005840"/>
              <a:ext cx="3784680" cy="28886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18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183" name="Google Shape;256;p6"/>
          <p:cNvGrpSpPr/>
          <p:nvPr/>
        </p:nvGrpSpPr>
        <p:grpSpPr>
          <a:xfrm>
            <a:off x="8106840" y="-844560"/>
            <a:ext cx="1790280" cy="2767680"/>
            <a:chOff x="8106840" y="-844560"/>
            <a:chExt cx="1790280" cy="2767680"/>
          </a:xfrm>
        </p:grpSpPr>
        <p:grpSp>
          <p:nvGrpSpPr>
            <p:cNvPr id="1184" name="Google Shape;257;p6"/>
            <p:cNvGrpSpPr/>
            <p:nvPr/>
          </p:nvGrpSpPr>
          <p:grpSpPr>
            <a:xfrm>
              <a:off x="8642880" y="-844560"/>
              <a:ext cx="1213560" cy="2455200"/>
              <a:chOff x="8642880" y="-844560"/>
              <a:chExt cx="1213560" cy="2455200"/>
            </a:xfrm>
          </p:grpSpPr>
          <p:sp>
            <p:nvSpPr>
              <p:cNvPr id="1185" name="Google Shape;258;p6"/>
              <p:cNvSpPr/>
              <p:nvPr/>
            </p:nvSpPr>
            <p:spPr>
              <a:xfrm>
                <a:off x="8812440" y="-843840"/>
                <a:ext cx="1044000" cy="2454480"/>
              </a:xfrm>
              <a:custGeom>
                <a:avLst/>
                <a:gdLst>
                  <a:gd name="textAreaLeft" fmla="*/ 0 w 1044000"/>
                  <a:gd name="textAreaRight" fmla="*/ 1044360 w 1044000"/>
                  <a:gd name="textAreaTop" fmla="*/ 0 h 2454480"/>
                  <a:gd name="textAreaBottom" fmla="*/ 2454840 h 245448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86" name="Google Shape;259;p6"/>
              <p:cNvSpPr/>
              <p:nvPr/>
            </p:nvSpPr>
            <p:spPr>
              <a:xfrm>
                <a:off x="8642880" y="-844560"/>
                <a:ext cx="1044000" cy="2454480"/>
              </a:xfrm>
              <a:custGeom>
                <a:avLst/>
                <a:gdLst>
                  <a:gd name="textAreaLeft" fmla="*/ 0 w 1044000"/>
                  <a:gd name="textAreaRight" fmla="*/ 1044360 w 1044000"/>
                  <a:gd name="textAreaTop" fmla="*/ 0 h 2454480"/>
                  <a:gd name="textAreaBottom" fmla="*/ 2454840 h 245448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187" name="Google Shape;260;p6"/>
            <p:cNvGrpSpPr/>
            <p:nvPr/>
          </p:nvGrpSpPr>
          <p:grpSpPr>
            <a:xfrm>
              <a:off x="8200440" y="-261720"/>
              <a:ext cx="864360" cy="591120"/>
              <a:chOff x="8200440" y="-261720"/>
              <a:chExt cx="864360" cy="591120"/>
            </a:xfrm>
          </p:grpSpPr>
          <p:grpSp>
            <p:nvGrpSpPr>
              <p:cNvPr id="1188" name="Google Shape;261;p6"/>
              <p:cNvGrpSpPr/>
              <p:nvPr/>
            </p:nvGrpSpPr>
            <p:grpSpPr>
              <a:xfrm>
                <a:off x="8473680" y="-261720"/>
                <a:ext cx="591120" cy="591120"/>
                <a:chOff x="8473680" y="-261720"/>
                <a:chExt cx="591120" cy="591120"/>
              </a:xfrm>
            </p:grpSpPr>
            <p:sp>
              <p:nvSpPr>
                <p:cNvPr id="1189" name="Google Shape;262;p6"/>
                <p:cNvSpPr/>
                <p:nvPr/>
              </p:nvSpPr>
              <p:spPr>
                <a:xfrm rot="13500000">
                  <a:off x="8555760" y="-170280"/>
                  <a:ext cx="426960" cy="408960"/>
                </a:xfrm>
                <a:custGeom>
                  <a:avLst/>
                  <a:gdLst>
                    <a:gd name="textAreaLeft" fmla="*/ 0 w 426960"/>
                    <a:gd name="textAreaRight" fmla="*/ 427320 w 426960"/>
                    <a:gd name="textAreaTop" fmla="*/ 0 h 408960"/>
                    <a:gd name="textAreaBottom" fmla="*/ 409320 h 40896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9900FF">
                        <a:alpha val="29000"/>
                      </a:srgbClr>
                    </a:gs>
                  </a:gsLst>
                  <a:path path="circle">
                    <a:fillToRect r="100000" b="10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1190" name="Google Shape;263;p6"/>
                <p:cNvGrpSpPr/>
                <p:nvPr/>
              </p:nvGrpSpPr>
              <p:grpSpPr>
                <a:xfrm>
                  <a:off x="8530920" y="-71280"/>
                  <a:ext cx="478800" cy="276120"/>
                  <a:chOff x="8530920" y="-71280"/>
                  <a:chExt cx="478800" cy="276120"/>
                </a:xfrm>
              </p:grpSpPr>
              <p:sp>
                <p:nvSpPr>
                  <p:cNvPr id="1191" name="Google Shape;264;p6"/>
                  <p:cNvSpPr/>
                  <p:nvPr/>
                </p:nvSpPr>
                <p:spPr>
                  <a:xfrm rot="13500000">
                    <a:off x="8774280" y="-30600"/>
                    <a:ext cx="195120" cy="195120"/>
                  </a:xfrm>
                  <a:custGeom>
                    <a:avLst/>
                    <a:gdLst>
                      <a:gd name="textAreaLeft" fmla="*/ 0 w 195120"/>
                      <a:gd name="textAreaRight" fmla="*/ 195480 w 195120"/>
                      <a:gd name="textAreaTop" fmla="*/ 0 h 195120"/>
                      <a:gd name="textAreaBottom" fmla="*/ 195480 h 1951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92" name="Google Shape;265;p6"/>
                  <p:cNvSpPr/>
                  <p:nvPr/>
                </p:nvSpPr>
                <p:spPr>
                  <a:xfrm rot="13500000">
                    <a:off x="8723520" y="-30600"/>
                    <a:ext cx="195120" cy="195120"/>
                  </a:xfrm>
                  <a:custGeom>
                    <a:avLst/>
                    <a:gdLst>
                      <a:gd name="textAreaLeft" fmla="*/ 0 w 195120"/>
                      <a:gd name="textAreaRight" fmla="*/ 195480 w 195120"/>
                      <a:gd name="textAreaTop" fmla="*/ 0 h 195120"/>
                      <a:gd name="textAreaBottom" fmla="*/ 195480 h 1951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93" name="Google Shape;266;p6"/>
                  <p:cNvSpPr/>
                  <p:nvPr/>
                </p:nvSpPr>
                <p:spPr>
                  <a:xfrm rot="13500000">
                    <a:off x="8672400" y="-30600"/>
                    <a:ext cx="195120" cy="195120"/>
                  </a:xfrm>
                  <a:custGeom>
                    <a:avLst/>
                    <a:gdLst>
                      <a:gd name="textAreaLeft" fmla="*/ 0 w 195120"/>
                      <a:gd name="textAreaRight" fmla="*/ 195480 w 195120"/>
                      <a:gd name="textAreaTop" fmla="*/ 0 h 195120"/>
                      <a:gd name="textAreaBottom" fmla="*/ 195480 h 1951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94" name="Google Shape;267;p6"/>
                  <p:cNvSpPr/>
                  <p:nvPr/>
                </p:nvSpPr>
                <p:spPr>
                  <a:xfrm rot="13500000">
                    <a:off x="8622000" y="-30600"/>
                    <a:ext cx="195120" cy="195120"/>
                  </a:xfrm>
                  <a:custGeom>
                    <a:avLst/>
                    <a:gdLst>
                      <a:gd name="textAreaLeft" fmla="*/ 0 w 195120"/>
                      <a:gd name="textAreaRight" fmla="*/ 195480 w 195120"/>
                      <a:gd name="textAreaTop" fmla="*/ 0 h 195120"/>
                      <a:gd name="textAreaBottom" fmla="*/ 195480 h 1951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95" name="Google Shape;268;p6"/>
                  <p:cNvSpPr/>
                  <p:nvPr/>
                </p:nvSpPr>
                <p:spPr>
                  <a:xfrm rot="13500000">
                    <a:off x="8571240" y="-30600"/>
                    <a:ext cx="195120" cy="195120"/>
                  </a:xfrm>
                  <a:custGeom>
                    <a:avLst/>
                    <a:gdLst>
                      <a:gd name="textAreaLeft" fmla="*/ 0 w 195120"/>
                      <a:gd name="textAreaRight" fmla="*/ 195480 w 195120"/>
                      <a:gd name="textAreaTop" fmla="*/ 0 h 195120"/>
                      <a:gd name="textAreaBottom" fmla="*/ 195480 h 1951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1196" name="Google Shape;269;p6"/>
              <p:cNvSpPr/>
              <p:nvPr/>
            </p:nvSpPr>
            <p:spPr>
              <a:xfrm rot="8100000">
                <a:off x="8254080" y="-87120"/>
                <a:ext cx="401400" cy="318600"/>
              </a:xfrm>
              <a:custGeom>
                <a:avLst/>
                <a:gdLst>
                  <a:gd name="textAreaLeft" fmla="*/ 0 w 401400"/>
                  <a:gd name="textAreaRight" fmla="*/ 401760 w 401400"/>
                  <a:gd name="textAreaTop" fmla="*/ 0 h 318600"/>
                  <a:gd name="textAreaBottom" fmla="*/ 318960 h 31860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40000">
                    <a:srgbClr val="FF9900">
                      <a:alpha val="41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197" name="Google Shape;270;p6"/>
            <p:cNvGrpSpPr/>
            <p:nvPr/>
          </p:nvGrpSpPr>
          <p:grpSpPr>
            <a:xfrm>
              <a:off x="8602560" y="252720"/>
              <a:ext cx="1294560" cy="1670400"/>
              <a:chOff x="8602560" y="252720"/>
              <a:chExt cx="1294560" cy="1670400"/>
            </a:xfrm>
          </p:grpSpPr>
          <p:sp>
            <p:nvSpPr>
              <p:cNvPr id="1198" name="Google Shape;271;p6"/>
              <p:cNvSpPr/>
              <p:nvPr/>
            </p:nvSpPr>
            <p:spPr>
              <a:xfrm rot="2700000">
                <a:off x="8748720" y="402480"/>
                <a:ext cx="719280" cy="711720"/>
              </a:xfrm>
              <a:custGeom>
                <a:avLst/>
                <a:gdLst>
                  <a:gd name="textAreaLeft" fmla="*/ 0 w 719280"/>
                  <a:gd name="textAreaRight" fmla="*/ 719640 w 719280"/>
                  <a:gd name="textAreaTop" fmla="*/ 0 h 711720"/>
                  <a:gd name="textAreaBottom" fmla="*/ 712080 h 71172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>
                      <a:alpha val="47000"/>
                    </a:srgbClr>
                  </a:gs>
                  <a:gs pos="22000">
                    <a:srgbClr val="F5F8FF">
                      <a:alpha val="47000"/>
                    </a:srgbClr>
                  </a:gs>
                  <a:gs pos="45000">
                    <a:srgbClr val="FFFFFF">
                      <a:alpha val="47000"/>
                    </a:srgbClr>
                  </a:gs>
                  <a:gs pos="100000">
                    <a:srgbClr val="0C0A9E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99" name="Google Shape;272;p6"/>
              <p:cNvSpPr/>
              <p:nvPr/>
            </p:nvSpPr>
            <p:spPr>
              <a:xfrm rot="2700000">
                <a:off x="8843040" y="630360"/>
                <a:ext cx="719280" cy="711720"/>
              </a:xfrm>
              <a:custGeom>
                <a:avLst/>
                <a:gdLst>
                  <a:gd name="textAreaLeft" fmla="*/ 0 w 719280"/>
                  <a:gd name="textAreaRight" fmla="*/ 719640 w 719280"/>
                  <a:gd name="textAreaTop" fmla="*/ 0 h 711720"/>
                  <a:gd name="textAreaBottom" fmla="*/ 712080 h 71172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>
                      <a:alpha val="47000"/>
                    </a:srgbClr>
                  </a:gs>
                  <a:gs pos="22000">
                    <a:srgbClr val="F5F8FF">
                      <a:alpha val="47000"/>
                    </a:srgbClr>
                  </a:gs>
                  <a:gs pos="45000">
                    <a:srgbClr val="FFFFFF">
                      <a:alpha val="47000"/>
                    </a:srgbClr>
                  </a:gs>
                  <a:gs pos="100000">
                    <a:srgbClr val="0C0A9E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00" name="Google Shape;273;p6"/>
              <p:cNvSpPr/>
              <p:nvPr/>
            </p:nvSpPr>
            <p:spPr>
              <a:xfrm rot="2700000">
                <a:off x="8937360" y="832680"/>
                <a:ext cx="719280" cy="711720"/>
              </a:xfrm>
              <a:custGeom>
                <a:avLst/>
                <a:gdLst>
                  <a:gd name="textAreaLeft" fmla="*/ 0 w 719280"/>
                  <a:gd name="textAreaRight" fmla="*/ 719640 w 719280"/>
                  <a:gd name="textAreaTop" fmla="*/ 0 h 711720"/>
                  <a:gd name="textAreaBottom" fmla="*/ 712080 h 71172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>
                      <a:alpha val="47000"/>
                    </a:srgbClr>
                  </a:gs>
                  <a:gs pos="22000">
                    <a:srgbClr val="F5F8FF">
                      <a:alpha val="47000"/>
                    </a:srgbClr>
                  </a:gs>
                  <a:gs pos="45000">
                    <a:srgbClr val="FFFFFF">
                      <a:alpha val="47000"/>
                    </a:srgbClr>
                  </a:gs>
                  <a:gs pos="100000">
                    <a:srgbClr val="0C0A9E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01" name="Google Shape;274;p6"/>
              <p:cNvSpPr/>
              <p:nvPr/>
            </p:nvSpPr>
            <p:spPr>
              <a:xfrm rot="2700000">
                <a:off x="9031320" y="1060920"/>
                <a:ext cx="719280" cy="711720"/>
              </a:xfrm>
              <a:custGeom>
                <a:avLst/>
                <a:gdLst>
                  <a:gd name="textAreaLeft" fmla="*/ 0 w 719280"/>
                  <a:gd name="textAreaRight" fmla="*/ 719640 w 719280"/>
                  <a:gd name="textAreaTop" fmla="*/ 0 h 711720"/>
                  <a:gd name="textAreaBottom" fmla="*/ 712080 h 71172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>
                      <a:alpha val="47000"/>
                    </a:srgbClr>
                  </a:gs>
                  <a:gs pos="22000">
                    <a:srgbClr val="F5F8FF">
                      <a:alpha val="47000"/>
                    </a:srgbClr>
                  </a:gs>
                  <a:gs pos="45000">
                    <a:srgbClr val="FFFFFF">
                      <a:alpha val="47000"/>
                    </a:srgbClr>
                  </a:gs>
                  <a:gs pos="100000">
                    <a:srgbClr val="0C0A9E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02" name="Google Shape;275;p6"/>
            <p:cNvGrpSpPr/>
            <p:nvPr/>
          </p:nvGrpSpPr>
          <p:grpSpPr>
            <a:xfrm>
              <a:off x="8106840" y="158040"/>
              <a:ext cx="864360" cy="591120"/>
              <a:chOff x="8106840" y="158040"/>
              <a:chExt cx="864360" cy="591120"/>
            </a:xfrm>
          </p:grpSpPr>
          <p:grpSp>
            <p:nvGrpSpPr>
              <p:cNvPr id="1203" name="Google Shape;276;p6"/>
              <p:cNvGrpSpPr/>
              <p:nvPr/>
            </p:nvGrpSpPr>
            <p:grpSpPr>
              <a:xfrm>
                <a:off x="8380080" y="158040"/>
                <a:ext cx="591120" cy="591120"/>
                <a:chOff x="8380080" y="158040"/>
                <a:chExt cx="591120" cy="591120"/>
              </a:xfrm>
            </p:grpSpPr>
            <p:sp>
              <p:nvSpPr>
                <p:cNvPr id="1204" name="Google Shape;277;p6"/>
                <p:cNvSpPr/>
                <p:nvPr/>
              </p:nvSpPr>
              <p:spPr>
                <a:xfrm rot="13500000">
                  <a:off x="8462160" y="249120"/>
                  <a:ext cx="426960" cy="408960"/>
                </a:xfrm>
                <a:custGeom>
                  <a:avLst/>
                  <a:gdLst>
                    <a:gd name="textAreaLeft" fmla="*/ 0 w 426960"/>
                    <a:gd name="textAreaRight" fmla="*/ 427320 w 426960"/>
                    <a:gd name="textAreaTop" fmla="*/ 0 h 408960"/>
                    <a:gd name="textAreaBottom" fmla="*/ 409320 h 40896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9900FF">
                        <a:alpha val="29000"/>
                      </a:srgbClr>
                    </a:gs>
                  </a:gsLst>
                  <a:path path="circle">
                    <a:fillToRect r="100000" b="10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1205" name="Google Shape;278;p6"/>
                <p:cNvGrpSpPr/>
                <p:nvPr/>
              </p:nvGrpSpPr>
              <p:grpSpPr>
                <a:xfrm>
                  <a:off x="8437320" y="348120"/>
                  <a:ext cx="478800" cy="276480"/>
                  <a:chOff x="8437320" y="348120"/>
                  <a:chExt cx="478800" cy="276480"/>
                </a:xfrm>
              </p:grpSpPr>
              <p:sp>
                <p:nvSpPr>
                  <p:cNvPr id="1206" name="Google Shape;279;p6"/>
                  <p:cNvSpPr/>
                  <p:nvPr/>
                </p:nvSpPr>
                <p:spPr>
                  <a:xfrm rot="13500000">
                    <a:off x="8680680" y="388800"/>
                    <a:ext cx="195120" cy="195120"/>
                  </a:xfrm>
                  <a:custGeom>
                    <a:avLst/>
                    <a:gdLst>
                      <a:gd name="textAreaLeft" fmla="*/ 0 w 195120"/>
                      <a:gd name="textAreaRight" fmla="*/ 195480 w 195120"/>
                      <a:gd name="textAreaTop" fmla="*/ 0 h 195120"/>
                      <a:gd name="textAreaBottom" fmla="*/ 195480 h 1951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07" name="Google Shape;280;p6"/>
                  <p:cNvSpPr/>
                  <p:nvPr/>
                </p:nvSpPr>
                <p:spPr>
                  <a:xfrm rot="13500000">
                    <a:off x="8629920" y="388440"/>
                    <a:ext cx="195120" cy="195120"/>
                  </a:xfrm>
                  <a:custGeom>
                    <a:avLst/>
                    <a:gdLst>
                      <a:gd name="textAreaLeft" fmla="*/ 0 w 195120"/>
                      <a:gd name="textAreaRight" fmla="*/ 195480 w 195120"/>
                      <a:gd name="textAreaTop" fmla="*/ 0 h 195120"/>
                      <a:gd name="textAreaBottom" fmla="*/ 195480 h 1951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08" name="Google Shape;281;p6"/>
                  <p:cNvSpPr/>
                  <p:nvPr/>
                </p:nvSpPr>
                <p:spPr>
                  <a:xfrm rot="13500000">
                    <a:off x="8578800" y="388800"/>
                    <a:ext cx="195120" cy="195120"/>
                  </a:xfrm>
                  <a:custGeom>
                    <a:avLst/>
                    <a:gdLst>
                      <a:gd name="textAreaLeft" fmla="*/ 0 w 195120"/>
                      <a:gd name="textAreaRight" fmla="*/ 195480 w 195120"/>
                      <a:gd name="textAreaTop" fmla="*/ 0 h 195120"/>
                      <a:gd name="textAreaBottom" fmla="*/ 195480 h 1951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09" name="Google Shape;282;p6"/>
                  <p:cNvSpPr/>
                  <p:nvPr/>
                </p:nvSpPr>
                <p:spPr>
                  <a:xfrm rot="13500000">
                    <a:off x="8528400" y="388800"/>
                    <a:ext cx="195120" cy="195120"/>
                  </a:xfrm>
                  <a:custGeom>
                    <a:avLst/>
                    <a:gdLst>
                      <a:gd name="textAreaLeft" fmla="*/ 0 w 195120"/>
                      <a:gd name="textAreaRight" fmla="*/ 195480 w 195120"/>
                      <a:gd name="textAreaTop" fmla="*/ 0 h 195120"/>
                      <a:gd name="textAreaBottom" fmla="*/ 195480 h 1951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10" name="Google Shape;283;p6"/>
                  <p:cNvSpPr/>
                  <p:nvPr/>
                </p:nvSpPr>
                <p:spPr>
                  <a:xfrm rot="13500000">
                    <a:off x="8477640" y="388440"/>
                    <a:ext cx="195120" cy="195120"/>
                  </a:xfrm>
                  <a:custGeom>
                    <a:avLst/>
                    <a:gdLst>
                      <a:gd name="textAreaLeft" fmla="*/ 0 w 195120"/>
                      <a:gd name="textAreaRight" fmla="*/ 195480 w 195120"/>
                      <a:gd name="textAreaTop" fmla="*/ 0 h 195120"/>
                      <a:gd name="textAreaBottom" fmla="*/ 195480 h 1951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1211" name="Google Shape;284;p6"/>
              <p:cNvSpPr/>
              <p:nvPr/>
            </p:nvSpPr>
            <p:spPr>
              <a:xfrm rot="8100000">
                <a:off x="8160480" y="332280"/>
                <a:ext cx="401400" cy="318600"/>
              </a:xfrm>
              <a:custGeom>
                <a:avLst/>
                <a:gdLst>
                  <a:gd name="textAreaLeft" fmla="*/ 0 w 401400"/>
                  <a:gd name="textAreaRight" fmla="*/ 401760 w 401400"/>
                  <a:gd name="textAreaTop" fmla="*/ 0 h 318600"/>
                  <a:gd name="textAreaBottom" fmla="*/ 318960 h 31860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12" name="Google Shape;285;p6"/>
            <p:cNvGrpSpPr/>
            <p:nvPr/>
          </p:nvGrpSpPr>
          <p:grpSpPr>
            <a:xfrm>
              <a:off x="8730000" y="88200"/>
              <a:ext cx="864360" cy="591120"/>
              <a:chOff x="8730000" y="88200"/>
              <a:chExt cx="864360" cy="591120"/>
            </a:xfrm>
          </p:grpSpPr>
          <p:grpSp>
            <p:nvGrpSpPr>
              <p:cNvPr id="1213" name="Google Shape;286;p6"/>
              <p:cNvGrpSpPr/>
              <p:nvPr/>
            </p:nvGrpSpPr>
            <p:grpSpPr>
              <a:xfrm>
                <a:off x="9003240" y="88200"/>
                <a:ext cx="591120" cy="591120"/>
                <a:chOff x="9003240" y="88200"/>
                <a:chExt cx="591120" cy="591120"/>
              </a:xfrm>
            </p:grpSpPr>
            <p:sp>
              <p:nvSpPr>
                <p:cNvPr id="1214" name="Google Shape;287;p6"/>
                <p:cNvSpPr/>
                <p:nvPr/>
              </p:nvSpPr>
              <p:spPr>
                <a:xfrm rot="13500000">
                  <a:off x="9085320" y="179280"/>
                  <a:ext cx="426960" cy="408960"/>
                </a:xfrm>
                <a:custGeom>
                  <a:avLst/>
                  <a:gdLst>
                    <a:gd name="textAreaLeft" fmla="*/ 0 w 426960"/>
                    <a:gd name="textAreaRight" fmla="*/ 427320 w 426960"/>
                    <a:gd name="textAreaTop" fmla="*/ 0 h 408960"/>
                    <a:gd name="textAreaBottom" fmla="*/ 409320 h 40896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9900FF">
                        <a:alpha val="29000"/>
                      </a:srgbClr>
                    </a:gs>
                  </a:gsLst>
                  <a:path path="circle">
                    <a:fillToRect r="100000" b="10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1215" name="Google Shape;288;p6"/>
                <p:cNvGrpSpPr/>
                <p:nvPr/>
              </p:nvGrpSpPr>
              <p:grpSpPr>
                <a:xfrm>
                  <a:off x="9060480" y="278280"/>
                  <a:ext cx="478800" cy="276480"/>
                  <a:chOff x="9060480" y="278280"/>
                  <a:chExt cx="478800" cy="276480"/>
                </a:xfrm>
              </p:grpSpPr>
              <p:sp>
                <p:nvSpPr>
                  <p:cNvPr id="1216" name="Google Shape;289;p6"/>
                  <p:cNvSpPr/>
                  <p:nvPr/>
                </p:nvSpPr>
                <p:spPr>
                  <a:xfrm rot="13500000">
                    <a:off x="9303840" y="318960"/>
                    <a:ext cx="195120" cy="195120"/>
                  </a:xfrm>
                  <a:custGeom>
                    <a:avLst/>
                    <a:gdLst>
                      <a:gd name="textAreaLeft" fmla="*/ 0 w 195120"/>
                      <a:gd name="textAreaRight" fmla="*/ 195480 w 195120"/>
                      <a:gd name="textAreaTop" fmla="*/ 0 h 195120"/>
                      <a:gd name="textAreaBottom" fmla="*/ 195480 h 1951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17" name="Google Shape;290;p6"/>
                  <p:cNvSpPr/>
                  <p:nvPr/>
                </p:nvSpPr>
                <p:spPr>
                  <a:xfrm rot="13500000">
                    <a:off x="9253080" y="318600"/>
                    <a:ext cx="195120" cy="195120"/>
                  </a:xfrm>
                  <a:custGeom>
                    <a:avLst/>
                    <a:gdLst>
                      <a:gd name="textAreaLeft" fmla="*/ 0 w 195120"/>
                      <a:gd name="textAreaRight" fmla="*/ 195480 w 195120"/>
                      <a:gd name="textAreaTop" fmla="*/ 0 h 195120"/>
                      <a:gd name="textAreaBottom" fmla="*/ 195480 h 1951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18" name="Google Shape;291;p6"/>
                  <p:cNvSpPr/>
                  <p:nvPr/>
                </p:nvSpPr>
                <p:spPr>
                  <a:xfrm rot="13500000">
                    <a:off x="9201960" y="318960"/>
                    <a:ext cx="195120" cy="195120"/>
                  </a:xfrm>
                  <a:custGeom>
                    <a:avLst/>
                    <a:gdLst>
                      <a:gd name="textAreaLeft" fmla="*/ 0 w 195120"/>
                      <a:gd name="textAreaRight" fmla="*/ 195480 w 195120"/>
                      <a:gd name="textAreaTop" fmla="*/ 0 h 195120"/>
                      <a:gd name="textAreaBottom" fmla="*/ 195480 h 1951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19" name="Google Shape;292;p6"/>
                  <p:cNvSpPr/>
                  <p:nvPr/>
                </p:nvSpPr>
                <p:spPr>
                  <a:xfrm rot="13500000">
                    <a:off x="9151560" y="318960"/>
                    <a:ext cx="195120" cy="195120"/>
                  </a:xfrm>
                  <a:custGeom>
                    <a:avLst/>
                    <a:gdLst>
                      <a:gd name="textAreaLeft" fmla="*/ 0 w 195120"/>
                      <a:gd name="textAreaRight" fmla="*/ 195480 w 195120"/>
                      <a:gd name="textAreaTop" fmla="*/ 0 h 195120"/>
                      <a:gd name="textAreaBottom" fmla="*/ 195480 h 1951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20" name="Google Shape;293;p6"/>
                  <p:cNvSpPr/>
                  <p:nvPr/>
                </p:nvSpPr>
                <p:spPr>
                  <a:xfrm rot="13500000">
                    <a:off x="9100800" y="318600"/>
                    <a:ext cx="195120" cy="195120"/>
                  </a:xfrm>
                  <a:custGeom>
                    <a:avLst/>
                    <a:gdLst>
                      <a:gd name="textAreaLeft" fmla="*/ 0 w 195120"/>
                      <a:gd name="textAreaRight" fmla="*/ 195480 w 195120"/>
                      <a:gd name="textAreaTop" fmla="*/ 0 h 195120"/>
                      <a:gd name="textAreaBottom" fmla="*/ 195480 h 1951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1221" name="Google Shape;294;p6"/>
              <p:cNvSpPr/>
              <p:nvPr/>
            </p:nvSpPr>
            <p:spPr>
              <a:xfrm rot="8100000">
                <a:off x="8783640" y="262440"/>
                <a:ext cx="401400" cy="318600"/>
              </a:xfrm>
              <a:custGeom>
                <a:avLst/>
                <a:gdLst>
                  <a:gd name="textAreaLeft" fmla="*/ 0 w 401400"/>
                  <a:gd name="textAreaRight" fmla="*/ 401760 w 401400"/>
                  <a:gd name="textAreaTop" fmla="*/ 0 h 318600"/>
                  <a:gd name="textAreaBottom" fmla="*/ 318960 h 31860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222" name="Google Shape;295;p6"/>
          <p:cNvGrpSpPr/>
          <p:nvPr/>
        </p:nvGrpSpPr>
        <p:grpSpPr>
          <a:xfrm>
            <a:off x="-1498680" y="3182400"/>
            <a:ext cx="4558320" cy="3357000"/>
            <a:chOff x="-1498680" y="3182400"/>
            <a:chExt cx="4558320" cy="3357000"/>
          </a:xfrm>
        </p:grpSpPr>
        <p:grpSp>
          <p:nvGrpSpPr>
            <p:cNvPr id="1223" name="Google Shape;296;p6"/>
            <p:cNvGrpSpPr/>
            <p:nvPr/>
          </p:nvGrpSpPr>
          <p:grpSpPr>
            <a:xfrm>
              <a:off x="-550440" y="3561840"/>
              <a:ext cx="1471680" cy="2977560"/>
              <a:chOff x="-550440" y="3561840"/>
              <a:chExt cx="1471680" cy="2977560"/>
            </a:xfrm>
          </p:grpSpPr>
          <p:sp>
            <p:nvSpPr>
              <p:cNvPr id="1224" name="Google Shape;297;p6"/>
              <p:cNvSpPr/>
              <p:nvPr/>
            </p:nvSpPr>
            <p:spPr>
              <a:xfrm rot="10800000">
                <a:off x="-550080" y="3561840"/>
                <a:ext cx="1266120" cy="2976840"/>
              </a:xfrm>
              <a:custGeom>
                <a:avLst/>
                <a:gdLst>
                  <a:gd name="textAreaLeft" fmla="*/ 0 w 1266120"/>
                  <a:gd name="textAreaRight" fmla="*/ 1266480 w 1266120"/>
                  <a:gd name="textAreaTop" fmla="*/ 0 h 2976840"/>
                  <a:gd name="textAreaBottom" fmla="*/ 2977200 h 297684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25" name="Google Shape;298;p6"/>
              <p:cNvSpPr/>
              <p:nvPr/>
            </p:nvSpPr>
            <p:spPr>
              <a:xfrm rot="10800000">
                <a:off x="-344520" y="3562560"/>
                <a:ext cx="1266120" cy="2976840"/>
              </a:xfrm>
              <a:custGeom>
                <a:avLst/>
                <a:gdLst>
                  <a:gd name="textAreaLeft" fmla="*/ 0 w 1266120"/>
                  <a:gd name="textAreaRight" fmla="*/ 1266480 w 1266120"/>
                  <a:gd name="textAreaTop" fmla="*/ 0 h 2976840"/>
                  <a:gd name="textAreaBottom" fmla="*/ 2977200 h 297684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26" name="Google Shape;299;p6"/>
            <p:cNvGrpSpPr/>
            <p:nvPr/>
          </p:nvGrpSpPr>
          <p:grpSpPr>
            <a:xfrm>
              <a:off x="409680" y="5116320"/>
              <a:ext cx="1048320" cy="717120"/>
              <a:chOff x="409680" y="5116320"/>
              <a:chExt cx="1048320" cy="717120"/>
            </a:xfrm>
          </p:grpSpPr>
          <p:grpSp>
            <p:nvGrpSpPr>
              <p:cNvPr id="1227" name="Google Shape;300;p6"/>
              <p:cNvGrpSpPr/>
              <p:nvPr/>
            </p:nvGrpSpPr>
            <p:grpSpPr>
              <a:xfrm>
                <a:off x="409680" y="5116320"/>
                <a:ext cx="717120" cy="717120"/>
                <a:chOff x="409680" y="5116320"/>
                <a:chExt cx="717120" cy="717120"/>
              </a:xfrm>
            </p:grpSpPr>
            <p:sp>
              <p:nvSpPr>
                <p:cNvPr id="1228" name="Google Shape;301;p6"/>
                <p:cNvSpPr/>
                <p:nvPr/>
              </p:nvSpPr>
              <p:spPr>
                <a:xfrm rot="2700000">
                  <a:off x="509040" y="5226480"/>
                  <a:ext cx="518040" cy="496080"/>
                </a:xfrm>
                <a:custGeom>
                  <a:avLst/>
                  <a:gdLst>
                    <a:gd name="textAreaLeft" fmla="*/ 0 w 518040"/>
                    <a:gd name="textAreaRight" fmla="*/ 518400 w 518040"/>
                    <a:gd name="textAreaTop" fmla="*/ 0 h 496080"/>
                    <a:gd name="textAreaBottom" fmla="*/ 496440 h 49608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9900FF">
                        <a:alpha val="29000"/>
                      </a:srgbClr>
                    </a:gs>
                  </a:gsLst>
                  <a:path path="circle">
                    <a:fillToRect r="100000" b="10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1229" name="Google Shape;302;p6"/>
                <p:cNvGrpSpPr/>
                <p:nvPr/>
              </p:nvGrpSpPr>
              <p:grpSpPr>
                <a:xfrm>
                  <a:off x="476280" y="5267520"/>
                  <a:ext cx="581040" cy="335160"/>
                  <a:chOff x="476280" y="5267520"/>
                  <a:chExt cx="581040" cy="335160"/>
                </a:xfrm>
              </p:grpSpPr>
              <p:sp>
                <p:nvSpPr>
                  <p:cNvPr id="1230" name="Google Shape;303;p6"/>
                  <p:cNvSpPr/>
                  <p:nvPr/>
                </p:nvSpPr>
                <p:spPr>
                  <a:xfrm rot="2700000">
                    <a:off x="525240" y="5316480"/>
                    <a:ext cx="236880" cy="236880"/>
                  </a:xfrm>
                  <a:custGeom>
                    <a:avLst/>
                    <a:gdLst>
                      <a:gd name="textAreaLeft" fmla="*/ 0 w 236880"/>
                      <a:gd name="textAreaRight" fmla="*/ 237240 w 236880"/>
                      <a:gd name="textAreaTop" fmla="*/ 0 h 236880"/>
                      <a:gd name="textAreaBottom" fmla="*/ 237240 h 2368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31" name="Google Shape;304;p6"/>
                  <p:cNvSpPr/>
                  <p:nvPr/>
                </p:nvSpPr>
                <p:spPr>
                  <a:xfrm rot="2700000">
                    <a:off x="586800" y="5316480"/>
                    <a:ext cx="236880" cy="236880"/>
                  </a:xfrm>
                  <a:custGeom>
                    <a:avLst/>
                    <a:gdLst>
                      <a:gd name="textAreaLeft" fmla="*/ 0 w 236880"/>
                      <a:gd name="textAreaRight" fmla="*/ 237240 w 236880"/>
                      <a:gd name="textAreaTop" fmla="*/ 0 h 236880"/>
                      <a:gd name="textAreaBottom" fmla="*/ 237240 h 2368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32" name="Google Shape;305;p6"/>
                  <p:cNvSpPr/>
                  <p:nvPr/>
                </p:nvSpPr>
                <p:spPr>
                  <a:xfrm rot="2700000">
                    <a:off x="648720" y="5316480"/>
                    <a:ext cx="236880" cy="236880"/>
                  </a:xfrm>
                  <a:custGeom>
                    <a:avLst/>
                    <a:gdLst>
                      <a:gd name="textAreaLeft" fmla="*/ 0 w 236880"/>
                      <a:gd name="textAreaRight" fmla="*/ 237240 w 236880"/>
                      <a:gd name="textAreaTop" fmla="*/ 0 h 236880"/>
                      <a:gd name="textAreaBottom" fmla="*/ 237240 h 2368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33" name="Google Shape;306;p6"/>
                  <p:cNvSpPr/>
                  <p:nvPr/>
                </p:nvSpPr>
                <p:spPr>
                  <a:xfrm rot="2700000">
                    <a:off x="709920" y="5316480"/>
                    <a:ext cx="236880" cy="236880"/>
                  </a:xfrm>
                  <a:custGeom>
                    <a:avLst/>
                    <a:gdLst>
                      <a:gd name="textAreaLeft" fmla="*/ 0 w 236880"/>
                      <a:gd name="textAreaRight" fmla="*/ 237240 w 236880"/>
                      <a:gd name="textAreaTop" fmla="*/ 0 h 236880"/>
                      <a:gd name="textAreaBottom" fmla="*/ 237240 h 2368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34" name="Google Shape;307;p6"/>
                  <p:cNvSpPr/>
                  <p:nvPr/>
                </p:nvSpPr>
                <p:spPr>
                  <a:xfrm rot="2700000">
                    <a:off x="771480" y="5316480"/>
                    <a:ext cx="236880" cy="236880"/>
                  </a:xfrm>
                  <a:custGeom>
                    <a:avLst/>
                    <a:gdLst>
                      <a:gd name="textAreaLeft" fmla="*/ 0 w 236880"/>
                      <a:gd name="textAreaRight" fmla="*/ 237240 w 236880"/>
                      <a:gd name="textAreaTop" fmla="*/ 0 h 236880"/>
                      <a:gd name="textAreaBottom" fmla="*/ 237240 h 2368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1235" name="Google Shape;308;p6"/>
              <p:cNvSpPr/>
              <p:nvPr/>
            </p:nvSpPr>
            <p:spPr>
              <a:xfrm rot="18900000">
                <a:off x="905760" y="5235120"/>
                <a:ext cx="486720" cy="386640"/>
              </a:xfrm>
              <a:custGeom>
                <a:avLst/>
                <a:gdLst>
                  <a:gd name="textAreaLeft" fmla="*/ 0 w 486720"/>
                  <a:gd name="textAreaRight" fmla="*/ 487080 w 486720"/>
                  <a:gd name="textAreaTop" fmla="*/ 0 h 386640"/>
                  <a:gd name="textAreaBottom" fmla="*/ 387000 h 38664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36" name="Google Shape;309;p6"/>
            <p:cNvGrpSpPr/>
            <p:nvPr/>
          </p:nvGrpSpPr>
          <p:grpSpPr>
            <a:xfrm>
              <a:off x="-493560" y="3182400"/>
              <a:ext cx="1570320" cy="2026440"/>
              <a:chOff x="-493560" y="3182400"/>
              <a:chExt cx="1570320" cy="2026440"/>
            </a:xfrm>
          </p:grpSpPr>
          <p:sp>
            <p:nvSpPr>
              <p:cNvPr id="1237" name="Google Shape;310;p6"/>
              <p:cNvSpPr/>
              <p:nvPr/>
            </p:nvSpPr>
            <p:spPr>
              <a:xfrm rot="2700000">
                <a:off x="-315720" y="3364200"/>
                <a:ext cx="872640" cy="863280"/>
              </a:xfrm>
              <a:custGeom>
                <a:avLst/>
                <a:gdLst>
                  <a:gd name="textAreaLeft" fmla="*/ 0 w 872640"/>
                  <a:gd name="textAreaRight" fmla="*/ 873000 w 872640"/>
                  <a:gd name="textAreaTop" fmla="*/ 0 h 863280"/>
                  <a:gd name="textAreaBottom" fmla="*/ 863640 h 86328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189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38" name="Google Shape;311;p6"/>
              <p:cNvSpPr/>
              <p:nvPr/>
            </p:nvSpPr>
            <p:spPr>
              <a:xfrm rot="2700000">
                <a:off x="-201600" y="3640680"/>
                <a:ext cx="872640" cy="863280"/>
              </a:xfrm>
              <a:custGeom>
                <a:avLst/>
                <a:gdLst>
                  <a:gd name="textAreaLeft" fmla="*/ 0 w 872640"/>
                  <a:gd name="textAreaRight" fmla="*/ 873000 w 872640"/>
                  <a:gd name="textAreaTop" fmla="*/ 0 h 863280"/>
                  <a:gd name="textAreaBottom" fmla="*/ 863640 h 86328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189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39" name="Google Shape;312;p6"/>
              <p:cNvSpPr/>
              <p:nvPr/>
            </p:nvSpPr>
            <p:spPr>
              <a:xfrm rot="2700000">
                <a:off x="-87120" y="3886560"/>
                <a:ext cx="872640" cy="863280"/>
              </a:xfrm>
              <a:custGeom>
                <a:avLst/>
                <a:gdLst>
                  <a:gd name="textAreaLeft" fmla="*/ 0 w 872640"/>
                  <a:gd name="textAreaRight" fmla="*/ 873000 w 872640"/>
                  <a:gd name="textAreaTop" fmla="*/ 0 h 863280"/>
                  <a:gd name="textAreaBottom" fmla="*/ 863640 h 86328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189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40" name="Google Shape;313;p6"/>
              <p:cNvSpPr/>
              <p:nvPr/>
            </p:nvSpPr>
            <p:spPr>
              <a:xfrm rot="2700000">
                <a:off x="26640" y="4163040"/>
                <a:ext cx="872640" cy="863280"/>
              </a:xfrm>
              <a:custGeom>
                <a:avLst/>
                <a:gdLst>
                  <a:gd name="textAreaLeft" fmla="*/ 0 w 872640"/>
                  <a:gd name="textAreaRight" fmla="*/ 873000 w 872640"/>
                  <a:gd name="textAreaTop" fmla="*/ 0 h 863280"/>
                  <a:gd name="textAreaBottom" fmla="*/ 863640 h 86328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189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41" name="Google Shape;314;p6"/>
            <p:cNvGrpSpPr/>
            <p:nvPr/>
          </p:nvGrpSpPr>
          <p:grpSpPr>
            <a:xfrm>
              <a:off x="523080" y="4607280"/>
              <a:ext cx="1048320" cy="717120"/>
              <a:chOff x="523080" y="4607280"/>
              <a:chExt cx="1048320" cy="717120"/>
            </a:xfrm>
          </p:grpSpPr>
          <p:grpSp>
            <p:nvGrpSpPr>
              <p:cNvPr id="1242" name="Google Shape;315;p6"/>
              <p:cNvGrpSpPr/>
              <p:nvPr/>
            </p:nvGrpSpPr>
            <p:grpSpPr>
              <a:xfrm>
                <a:off x="523080" y="4607280"/>
                <a:ext cx="717120" cy="717120"/>
                <a:chOff x="523080" y="4607280"/>
                <a:chExt cx="717120" cy="717120"/>
              </a:xfrm>
            </p:grpSpPr>
            <p:sp>
              <p:nvSpPr>
                <p:cNvPr id="1243" name="Google Shape;316;p6"/>
                <p:cNvSpPr/>
                <p:nvPr/>
              </p:nvSpPr>
              <p:spPr>
                <a:xfrm rot="2700000">
                  <a:off x="622440" y="4717440"/>
                  <a:ext cx="518040" cy="496080"/>
                </a:xfrm>
                <a:custGeom>
                  <a:avLst/>
                  <a:gdLst>
                    <a:gd name="textAreaLeft" fmla="*/ 0 w 518040"/>
                    <a:gd name="textAreaRight" fmla="*/ 518400 w 518040"/>
                    <a:gd name="textAreaTop" fmla="*/ 0 h 496080"/>
                    <a:gd name="textAreaBottom" fmla="*/ 496440 h 49608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9900FF">
                        <a:alpha val="29000"/>
                      </a:srgbClr>
                    </a:gs>
                  </a:gsLst>
                  <a:path path="circle">
                    <a:fillToRect r="100000" b="10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1244" name="Google Shape;317;p6"/>
                <p:cNvGrpSpPr/>
                <p:nvPr/>
              </p:nvGrpSpPr>
              <p:grpSpPr>
                <a:xfrm>
                  <a:off x="590040" y="4758480"/>
                  <a:ext cx="581040" cy="335160"/>
                  <a:chOff x="590040" y="4758480"/>
                  <a:chExt cx="581040" cy="335160"/>
                </a:xfrm>
              </p:grpSpPr>
              <p:sp>
                <p:nvSpPr>
                  <p:cNvPr id="1245" name="Google Shape;318;p6"/>
                  <p:cNvSpPr/>
                  <p:nvPr/>
                </p:nvSpPr>
                <p:spPr>
                  <a:xfrm rot="2700000">
                    <a:off x="639000" y="4807440"/>
                    <a:ext cx="236880" cy="236880"/>
                  </a:xfrm>
                  <a:custGeom>
                    <a:avLst/>
                    <a:gdLst>
                      <a:gd name="textAreaLeft" fmla="*/ 0 w 236880"/>
                      <a:gd name="textAreaRight" fmla="*/ 237240 w 236880"/>
                      <a:gd name="textAreaTop" fmla="*/ 0 h 236880"/>
                      <a:gd name="textAreaBottom" fmla="*/ 237240 h 2368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46" name="Google Shape;319;p6"/>
                  <p:cNvSpPr/>
                  <p:nvPr/>
                </p:nvSpPr>
                <p:spPr>
                  <a:xfrm rot="2700000">
                    <a:off x="700560" y="4807440"/>
                    <a:ext cx="236880" cy="236880"/>
                  </a:xfrm>
                  <a:custGeom>
                    <a:avLst/>
                    <a:gdLst>
                      <a:gd name="textAreaLeft" fmla="*/ 0 w 236880"/>
                      <a:gd name="textAreaRight" fmla="*/ 237240 w 236880"/>
                      <a:gd name="textAreaTop" fmla="*/ 0 h 236880"/>
                      <a:gd name="textAreaBottom" fmla="*/ 237240 h 2368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47" name="Google Shape;320;p6"/>
                  <p:cNvSpPr/>
                  <p:nvPr/>
                </p:nvSpPr>
                <p:spPr>
                  <a:xfrm rot="2700000">
                    <a:off x="762120" y="4807440"/>
                    <a:ext cx="236880" cy="236880"/>
                  </a:xfrm>
                  <a:custGeom>
                    <a:avLst/>
                    <a:gdLst>
                      <a:gd name="textAreaLeft" fmla="*/ 0 w 236880"/>
                      <a:gd name="textAreaRight" fmla="*/ 237240 w 236880"/>
                      <a:gd name="textAreaTop" fmla="*/ 0 h 236880"/>
                      <a:gd name="textAreaBottom" fmla="*/ 237240 h 2368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48" name="Google Shape;321;p6"/>
                  <p:cNvSpPr/>
                  <p:nvPr/>
                </p:nvSpPr>
                <p:spPr>
                  <a:xfrm rot="2700000">
                    <a:off x="823680" y="4807440"/>
                    <a:ext cx="236880" cy="236880"/>
                  </a:xfrm>
                  <a:custGeom>
                    <a:avLst/>
                    <a:gdLst>
                      <a:gd name="textAreaLeft" fmla="*/ 0 w 236880"/>
                      <a:gd name="textAreaRight" fmla="*/ 237240 w 236880"/>
                      <a:gd name="textAreaTop" fmla="*/ 0 h 236880"/>
                      <a:gd name="textAreaBottom" fmla="*/ 237240 h 2368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49" name="Google Shape;322;p6"/>
                  <p:cNvSpPr/>
                  <p:nvPr/>
                </p:nvSpPr>
                <p:spPr>
                  <a:xfrm rot="2700000">
                    <a:off x="885240" y="4807440"/>
                    <a:ext cx="236880" cy="236880"/>
                  </a:xfrm>
                  <a:custGeom>
                    <a:avLst/>
                    <a:gdLst>
                      <a:gd name="textAreaLeft" fmla="*/ 0 w 236880"/>
                      <a:gd name="textAreaRight" fmla="*/ 237240 w 236880"/>
                      <a:gd name="textAreaTop" fmla="*/ 0 h 236880"/>
                      <a:gd name="textAreaBottom" fmla="*/ 237240 h 2368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1250" name="Google Shape;323;p6"/>
              <p:cNvSpPr/>
              <p:nvPr/>
            </p:nvSpPr>
            <p:spPr>
              <a:xfrm rot="18900000">
                <a:off x="1019160" y="4726080"/>
                <a:ext cx="486720" cy="386640"/>
              </a:xfrm>
              <a:custGeom>
                <a:avLst/>
                <a:gdLst>
                  <a:gd name="textAreaLeft" fmla="*/ 0 w 486720"/>
                  <a:gd name="textAreaRight" fmla="*/ 487080 w 486720"/>
                  <a:gd name="textAreaTop" fmla="*/ 0 h 386640"/>
                  <a:gd name="textAreaBottom" fmla="*/ 387000 h 38664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51" name="Google Shape;324;p6"/>
            <p:cNvGrpSpPr/>
            <p:nvPr/>
          </p:nvGrpSpPr>
          <p:grpSpPr>
            <a:xfrm>
              <a:off x="-232560" y="4691880"/>
              <a:ext cx="1048320" cy="717120"/>
              <a:chOff x="-232560" y="4691880"/>
              <a:chExt cx="1048320" cy="717120"/>
            </a:xfrm>
          </p:grpSpPr>
          <p:grpSp>
            <p:nvGrpSpPr>
              <p:cNvPr id="1252" name="Google Shape;325;p6"/>
              <p:cNvGrpSpPr/>
              <p:nvPr/>
            </p:nvGrpSpPr>
            <p:grpSpPr>
              <a:xfrm>
                <a:off x="-232560" y="4691880"/>
                <a:ext cx="717120" cy="717120"/>
                <a:chOff x="-232560" y="4691880"/>
                <a:chExt cx="717120" cy="717120"/>
              </a:xfrm>
            </p:grpSpPr>
            <p:sp>
              <p:nvSpPr>
                <p:cNvPr id="1253" name="Google Shape;326;p6"/>
                <p:cNvSpPr/>
                <p:nvPr/>
              </p:nvSpPr>
              <p:spPr>
                <a:xfrm rot="2700000">
                  <a:off x="-132840" y="4802040"/>
                  <a:ext cx="518040" cy="496080"/>
                </a:xfrm>
                <a:custGeom>
                  <a:avLst/>
                  <a:gdLst>
                    <a:gd name="textAreaLeft" fmla="*/ 0 w 518040"/>
                    <a:gd name="textAreaRight" fmla="*/ 518400 w 518040"/>
                    <a:gd name="textAreaTop" fmla="*/ 0 h 496080"/>
                    <a:gd name="textAreaBottom" fmla="*/ 496440 h 49608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9900FF">
                        <a:alpha val="29000"/>
                      </a:srgbClr>
                    </a:gs>
                  </a:gsLst>
                  <a:path path="circle">
                    <a:fillToRect r="100000" b="10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1254" name="Google Shape;327;p6"/>
                <p:cNvGrpSpPr/>
                <p:nvPr/>
              </p:nvGrpSpPr>
              <p:grpSpPr>
                <a:xfrm>
                  <a:off x="-165960" y="4843080"/>
                  <a:ext cx="581040" cy="335160"/>
                  <a:chOff x="-165960" y="4843080"/>
                  <a:chExt cx="581040" cy="335160"/>
                </a:xfrm>
              </p:grpSpPr>
              <p:sp>
                <p:nvSpPr>
                  <p:cNvPr id="1255" name="Google Shape;328;p6"/>
                  <p:cNvSpPr/>
                  <p:nvPr/>
                </p:nvSpPr>
                <p:spPr>
                  <a:xfrm rot="2700000">
                    <a:off x="-117000" y="4892040"/>
                    <a:ext cx="236880" cy="236880"/>
                  </a:xfrm>
                  <a:custGeom>
                    <a:avLst/>
                    <a:gdLst>
                      <a:gd name="textAreaLeft" fmla="*/ 0 w 236880"/>
                      <a:gd name="textAreaRight" fmla="*/ 237240 w 236880"/>
                      <a:gd name="textAreaTop" fmla="*/ 0 h 236880"/>
                      <a:gd name="textAreaBottom" fmla="*/ 237240 h 2368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56" name="Google Shape;329;p6"/>
                  <p:cNvSpPr/>
                  <p:nvPr/>
                </p:nvSpPr>
                <p:spPr>
                  <a:xfrm rot="2700000">
                    <a:off x="-55440" y="4892040"/>
                    <a:ext cx="236880" cy="236880"/>
                  </a:xfrm>
                  <a:custGeom>
                    <a:avLst/>
                    <a:gdLst>
                      <a:gd name="textAreaLeft" fmla="*/ 0 w 236880"/>
                      <a:gd name="textAreaRight" fmla="*/ 237240 w 236880"/>
                      <a:gd name="textAreaTop" fmla="*/ 0 h 236880"/>
                      <a:gd name="textAreaBottom" fmla="*/ 237240 h 2368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57" name="Google Shape;330;p6"/>
                  <p:cNvSpPr/>
                  <p:nvPr/>
                </p:nvSpPr>
                <p:spPr>
                  <a:xfrm rot="2700000">
                    <a:off x="6120" y="4892040"/>
                    <a:ext cx="236880" cy="236880"/>
                  </a:xfrm>
                  <a:custGeom>
                    <a:avLst/>
                    <a:gdLst>
                      <a:gd name="textAreaLeft" fmla="*/ 0 w 236880"/>
                      <a:gd name="textAreaRight" fmla="*/ 237240 w 236880"/>
                      <a:gd name="textAreaTop" fmla="*/ 0 h 236880"/>
                      <a:gd name="textAreaBottom" fmla="*/ 237240 h 2368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58" name="Google Shape;331;p6"/>
                  <p:cNvSpPr/>
                  <p:nvPr/>
                </p:nvSpPr>
                <p:spPr>
                  <a:xfrm rot="2700000">
                    <a:off x="67320" y="4892040"/>
                    <a:ext cx="236880" cy="236880"/>
                  </a:xfrm>
                  <a:custGeom>
                    <a:avLst/>
                    <a:gdLst>
                      <a:gd name="textAreaLeft" fmla="*/ 0 w 236880"/>
                      <a:gd name="textAreaRight" fmla="*/ 237240 w 236880"/>
                      <a:gd name="textAreaTop" fmla="*/ 0 h 236880"/>
                      <a:gd name="textAreaBottom" fmla="*/ 237240 h 2368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59" name="Google Shape;332;p6"/>
                  <p:cNvSpPr/>
                  <p:nvPr/>
                </p:nvSpPr>
                <p:spPr>
                  <a:xfrm rot="2700000">
                    <a:off x="128880" y="4892040"/>
                    <a:ext cx="236880" cy="236880"/>
                  </a:xfrm>
                  <a:custGeom>
                    <a:avLst/>
                    <a:gdLst>
                      <a:gd name="textAreaLeft" fmla="*/ 0 w 236880"/>
                      <a:gd name="textAreaRight" fmla="*/ 237240 w 236880"/>
                      <a:gd name="textAreaTop" fmla="*/ 0 h 236880"/>
                      <a:gd name="textAreaBottom" fmla="*/ 237240 h 2368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1260" name="Google Shape;333;p6"/>
              <p:cNvSpPr/>
              <p:nvPr/>
            </p:nvSpPr>
            <p:spPr>
              <a:xfrm rot="18900000">
                <a:off x="263520" y="4810680"/>
                <a:ext cx="486720" cy="386640"/>
              </a:xfrm>
              <a:custGeom>
                <a:avLst/>
                <a:gdLst>
                  <a:gd name="textAreaLeft" fmla="*/ 0 w 486720"/>
                  <a:gd name="textAreaRight" fmla="*/ 487080 w 486720"/>
                  <a:gd name="textAreaTop" fmla="*/ 0 h 386640"/>
                  <a:gd name="textAreaBottom" fmla="*/ 387000 h 38664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61" name="Google Shape;334;p6"/>
            <p:cNvGrpSpPr/>
            <p:nvPr/>
          </p:nvGrpSpPr>
          <p:grpSpPr>
            <a:xfrm>
              <a:off x="-1498680" y="4898880"/>
              <a:ext cx="4558320" cy="133920"/>
              <a:chOff x="-1498680" y="4898880"/>
              <a:chExt cx="4558320" cy="133920"/>
            </a:xfrm>
          </p:grpSpPr>
          <p:sp>
            <p:nvSpPr>
              <p:cNvPr id="1262" name="Google Shape;335;p6"/>
              <p:cNvSpPr/>
              <p:nvPr/>
            </p:nvSpPr>
            <p:spPr>
              <a:xfrm>
                <a:off x="2925720" y="4898880"/>
                <a:ext cx="133920" cy="13392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520" bIns="47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cxnSp>
            <p:nvCxnSpPr>
              <p:cNvPr id="1263" name="Google Shape;336;p6"/>
              <p:cNvCxnSpPr/>
              <p:nvPr/>
            </p:nvCxnSpPr>
            <p:spPr>
              <a:xfrm>
                <a:off x="-1498680" y="4965840"/>
                <a:ext cx="4462560" cy="36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1264" name="Google Shape;337;p6"/>
              <p:cNvSpPr/>
              <p:nvPr/>
            </p:nvSpPr>
            <p:spPr>
              <a:xfrm>
                <a:off x="2955960" y="492912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266" name="Google Shape;341;p7"/>
          <p:cNvGrpSpPr/>
          <p:nvPr/>
        </p:nvGrpSpPr>
        <p:grpSpPr>
          <a:xfrm>
            <a:off x="8934840" y="3943440"/>
            <a:ext cx="438840" cy="438840"/>
            <a:chOff x="8934840" y="3943440"/>
            <a:chExt cx="438840" cy="438840"/>
          </a:xfrm>
        </p:grpSpPr>
        <p:sp>
          <p:nvSpPr>
            <p:cNvPr id="1267" name="Google Shape;342;p7"/>
            <p:cNvSpPr/>
            <p:nvPr/>
          </p:nvSpPr>
          <p:spPr>
            <a:xfrm>
              <a:off x="8934840" y="3943440"/>
              <a:ext cx="438840" cy="438840"/>
            </a:xfrm>
            <a:custGeom>
              <a:avLst/>
              <a:gdLst>
                <a:gd name="textAreaLeft" fmla="*/ 0 w 438840"/>
                <a:gd name="textAreaRight" fmla="*/ 439200 w 438840"/>
                <a:gd name="textAreaTop" fmla="*/ 0 h 438840"/>
                <a:gd name="textAreaBottom" fmla="*/ 439200 h 438840"/>
              </a:gdLst>
              <a:ahLst/>
              <a:cxnLst/>
              <a:rect l="textAreaLeft" t="textAreaTop" r="textAreaRight" b="textAreaBottom"/>
              <a:pathLst>
                <a:path w="17568" h="17564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8" name="Google Shape;343;p7"/>
            <p:cNvSpPr/>
            <p:nvPr/>
          </p:nvSpPr>
          <p:spPr>
            <a:xfrm>
              <a:off x="9023040" y="4043520"/>
              <a:ext cx="262440" cy="239400"/>
            </a:xfrm>
            <a:custGeom>
              <a:avLst/>
              <a:gdLst>
                <a:gd name="textAreaLeft" fmla="*/ 0 w 262440"/>
                <a:gd name="textAreaRight" fmla="*/ 262800 w 262440"/>
                <a:gd name="textAreaTop" fmla="*/ 0 h 239400"/>
                <a:gd name="textAreaBottom" fmla="*/ 239760 h 239400"/>
              </a:gdLst>
              <a:ahLst/>
              <a:cxnLst/>
              <a:rect l="textAreaLeft" t="textAreaTop" r="textAreaRight" b="textAreaBottom"/>
              <a:pathLst>
                <a:path w="10514" h="9588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269" name="Google Shape;344;p7"/>
          <p:cNvGrpSpPr/>
          <p:nvPr/>
        </p:nvGrpSpPr>
        <p:grpSpPr>
          <a:xfrm>
            <a:off x="5481720" y="-3117240"/>
            <a:ext cx="5953320" cy="6141960"/>
            <a:chOff x="5481720" y="-3117240"/>
            <a:chExt cx="5953320" cy="6141960"/>
          </a:xfrm>
        </p:grpSpPr>
        <p:sp>
          <p:nvSpPr>
            <p:cNvPr id="1270" name="Google Shape;345;p7"/>
            <p:cNvSpPr/>
            <p:nvPr/>
          </p:nvSpPr>
          <p:spPr>
            <a:xfrm rot="18900000">
              <a:off x="6829560" y="-2458800"/>
              <a:ext cx="3152880" cy="5118840"/>
            </a:xfrm>
            <a:custGeom>
              <a:avLst/>
              <a:gdLst>
                <a:gd name="textAreaLeft" fmla="*/ 0 w 3152880"/>
                <a:gd name="textAreaRight" fmla="*/ 3153240 w 3152880"/>
                <a:gd name="textAreaTop" fmla="*/ 0 h 5118840"/>
                <a:gd name="textAreaBottom" fmla="*/ 5119200 h 511884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1" name="Google Shape;346;p7"/>
            <p:cNvSpPr/>
            <p:nvPr/>
          </p:nvSpPr>
          <p:spPr>
            <a:xfrm rot="18900000">
              <a:off x="6933960" y="-2751840"/>
              <a:ext cx="3152880" cy="5118840"/>
            </a:xfrm>
            <a:custGeom>
              <a:avLst/>
              <a:gdLst>
                <a:gd name="textAreaLeft" fmla="*/ 0 w 3152880"/>
                <a:gd name="textAreaRight" fmla="*/ 3153240 w 3152880"/>
                <a:gd name="textAreaTop" fmla="*/ 0 h 5118840"/>
                <a:gd name="textAreaBottom" fmla="*/ 5119200 h 511884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272" name="Google Shape;347;p7"/>
            <p:cNvGrpSpPr/>
            <p:nvPr/>
          </p:nvGrpSpPr>
          <p:grpSpPr>
            <a:xfrm>
              <a:off x="5862600" y="33480"/>
              <a:ext cx="4558680" cy="133920"/>
              <a:chOff x="5862600" y="33480"/>
              <a:chExt cx="4558680" cy="133920"/>
            </a:xfrm>
          </p:grpSpPr>
          <p:sp>
            <p:nvSpPr>
              <p:cNvPr id="1273" name="Google Shape;348;p7"/>
              <p:cNvSpPr/>
              <p:nvPr/>
            </p:nvSpPr>
            <p:spPr>
              <a:xfrm rot="10800000">
                <a:off x="5862600" y="33480"/>
                <a:ext cx="133920" cy="13392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520" bIns="47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cxnSp>
            <p:nvCxnSpPr>
              <p:cNvPr id="1274" name="Google Shape;349;p7"/>
              <p:cNvCxnSpPr/>
              <p:nvPr/>
            </p:nvCxnSpPr>
            <p:spPr>
              <a:xfrm flipH="1">
                <a:off x="5958360" y="100080"/>
                <a:ext cx="4463280" cy="36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1275" name="Google Shape;350;p7"/>
              <p:cNvSpPr/>
              <p:nvPr/>
            </p:nvSpPr>
            <p:spPr>
              <a:xfrm rot="10800000">
                <a:off x="5893200" y="6372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276" name="Google Shape;351;p7"/>
          <p:cNvGrpSpPr/>
          <p:nvPr/>
        </p:nvGrpSpPr>
        <p:grpSpPr>
          <a:xfrm>
            <a:off x="-502920" y="3987000"/>
            <a:ext cx="5248440" cy="2991960"/>
            <a:chOff x="-502920" y="3987000"/>
            <a:chExt cx="5248440" cy="2991960"/>
          </a:xfrm>
        </p:grpSpPr>
        <p:pic>
          <p:nvPicPr>
            <p:cNvPr id="1277" name="Google Shape;352;p7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 flipH="1">
              <a:off x="-502920" y="3987000"/>
              <a:ext cx="3920040" cy="29919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278" name="Google Shape;353;p7"/>
            <p:cNvSpPr/>
            <p:nvPr/>
          </p:nvSpPr>
          <p:spPr>
            <a:xfrm flipH="1">
              <a:off x="3542040" y="5223960"/>
              <a:ext cx="581760" cy="556920"/>
            </a:xfrm>
            <a:custGeom>
              <a:avLst/>
              <a:gdLst>
                <a:gd name="textAreaLeft" fmla="*/ 360 w 581760"/>
                <a:gd name="textAreaRight" fmla="*/ 582480 w 581760"/>
                <a:gd name="textAreaTop" fmla="*/ 0 h 556920"/>
                <a:gd name="textAreaBottom" fmla="*/ 557280 h 556920"/>
              </a:gdLst>
              <a:ahLst/>
              <a:cxnLst/>
              <a:rect l="textAreaLeft" t="textAreaTop" r="textAreaRight" b="textAreaBottom"/>
              <a:pathLst>
                <a:path w="36902" h="35337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 rotWithShape="0">
              <a:gsLst>
                <a:gs pos="0">
                  <a:srgbClr val="F5F8FF">
                    <a:alpha val="31000"/>
                  </a:srgbClr>
                </a:gs>
                <a:gs pos="22000">
                  <a:srgbClr val="F5F8FF">
                    <a:alpha val="31000"/>
                  </a:srgbClr>
                </a:gs>
                <a:gs pos="45000">
                  <a:srgbClr val="FFFFFF">
                    <a:alpha val="31000"/>
                  </a:srgbClr>
                </a:gs>
                <a:gs pos="100000">
                  <a:srgbClr val="0C0A9E">
                    <a:alpha val="31000"/>
                  </a:srgbClr>
                </a:gs>
              </a:gsLst>
              <a:lin ang="81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9" name="Google Shape;354;p7"/>
            <p:cNvSpPr/>
            <p:nvPr/>
          </p:nvSpPr>
          <p:spPr>
            <a:xfrm flipH="1">
              <a:off x="3205440" y="5280480"/>
              <a:ext cx="339840" cy="325440"/>
            </a:xfrm>
            <a:custGeom>
              <a:avLst/>
              <a:gdLst>
                <a:gd name="textAreaLeft" fmla="*/ 360 w 339840"/>
                <a:gd name="textAreaRight" fmla="*/ 340560 w 339840"/>
                <a:gd name="textAreaTop" fmla="*/ 0 h 325440"/>
                <a:gd name="textAreaBottom" fmla="*/ 325800 h 325440"/>
              </a:gdLst>
              <a:ahLst/>
              <a:cxnLst/>
              <a:rect l="textAreaLeft" t="textAreaTop" r="textAreaRight" b="textAreaBottom"/>
              <a:pathLst>
                <a:path w="36902" h="35337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 rotWithShape="0"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000"/>
                  </a:srgbClr>
                </a:gs>
              </a:gsLst>
              <a:lin ang="81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0" name="Google Shape;355;p7"/>
            <p:cNvSpPr/>
            <p:nvPr/>
          </p:nvSpPr>
          <p:spPr>
            <a:xfrm flipH="1">
              <a:off x="3084480" y="5514120"/>
              <a:ext cx="581760" cy="556920"/>
            </a:xfrm>
            <a:custGeom>
              <a:avLst/>
              <a:gdLst>
                <a:gd name="textAreaLeft" fmla="*/ 360 w 581760"/>
                <a:gd name="textAreaRight" fmla="*/ 582480 w 581760"/>
                <a:gd name="textAreaTop" fmla="*/ 0 h 556920"/>
                <a:gd name="textAreaBottom" fmla="*/ 557280 h 556920"/>
              </a:gdLst>
              <a:ahLst/>
              <a:cxnLst/>
              <a:rect l="textAreaLeft" t="textAreaTop" r="textAreaRight" b="textAreaBottom"/>
              <a:pathLst>
                <a:path w="36902" h="35337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 rotWithShape="0">
              <a:gsLst>
                <a:gs pos="0">
                  <a:srgbClr val="F5F8FF">
                    <a:alpha val="31000"/>
                  </a:srgbClr>
                </a:gs>
                <a:gs pos="22000">
                  <a:srgbClr val="F5F8FF">
                    <a:alpha val="31000"/>
                  </a:srgbClr>
                </a:gs>
                <a:gs pos="45000">
                  <a:srgbClr val="FFFFFF">
                    <a:alpha val="31000"/>
                  </a:srgbClr>
                </a:gs>
                <a:gs pos="100000">
                  <a:srgbClr val="0C0A9E">
                    <a:alpha val="31000"/>
                  </a:srgbClr>
                </a:gs>
              </a:gsLst>
              <a:lin ang="81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1" name="Google Shape;356;p7"/>
            <p:cNvSpPr/>
            <p:nvPr/>
          </p:nvSpPr>
          <p:spPr>
            <a:xfrm flipH="1">
              <a:off x="2606040" y="5164560"/>
              <a:ext cx="581760" cy="556920"/>
            </a:xfrm>
            <a:custGeom>
              <a:avLst/>
              <a:gdLst>
                <a:gd name="textAreaLeft" fmla="*/ 360 w 581760"/>
                <a:gd name="textAreaRight" fmla="*/ 582480 w 581760"/>
                <a:gd name="textAreaTop" fmla="*/ 0 h 556920"/>
                <a:gd name="textAreaBottom" fmla="*/ 557280 h 556920"/>
              </a:gdLst>
              <a:ahLst/>
              <a:cxnLst/>
              <a:rect l="textAreaLeft" t="textAreaTop" r="textAreaRight" b="textAreaBottom"/>
              <a:pathLst>
                <a:path w="36902" h="35337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 rotWithShape="0"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000"/>
                  </a:srgbClr>
                </a:gs>
              </a:gsLst>
              <a:lin ang="81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2" name="Google Shape;357;p7"/>
            <p:cNvSpPr/>
            <p:nvPr/>
          </p:nvSpPr>
          <p:spPr>
            <a:xfrm rot="16200000" flipH="1">
              <a:off x="2618280" y="3689640"/>
              <a:ext cx="1420560" cy="2832840"/>
            </a:xfrm>
            <a:custGeom>
              <a:avLst/>
              <a:gdLst>
                <a:gd name="textAreaLeft" fmla="*/ 360 w 1420560"/>
                <a:gd name="textAreaRight" fmla="*/ 1421280 w 1420560"/>
                <a:gd name="textAreaTop" fmla="*/ 0 h 2832840"/>
                <a:gd name="textAreaBottom" fmla="*/ 2833200 h 283284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283" name="Google Shape;358;p7"/>
            <p:cNvGrpSpPr/>
            <p:nvPr/>
          </p:nvGrpSpPr>
          <p:grpSpPr>
            <a:xfrm>
              <a:off x="3588480" y="4943160"/>
              <a:ext cx="161640" cy="161640"/>
              <a:chOff x="3588480" y="4943160"/>
              <a:chExt cx="161640" cy="161640"/>
            </a:xfrm>
          </p:grpSpPr>
          <p:sp>
            <p:nvSpPr>
              <p:cNvPr id="1284" name="Google Shape;359;p7"/>
              <p:cNvSpPr/>
              <p:nvPr/>
            </p:nvSpPr>
            <p:spPr>
              <a:xfrm flipH="1">
                <a:off x="3588120" y="4943160"/>
                <a:ext cx="161640" cy="161640"/>
              </a:xfrm>
              <a:custGeom>
                <a:avLst/>
                <a:gdLst>
                  <a:gd name="textAreaLeft" fmla="*/ -360 w 161640"/>
                  <a:gd name="textAreaRight" fmla="*/ 161640 w 161640"/>
                  <a:gd name="textAreaTop" fmla="*/ 0 h 161640"/>
                  <a:gd name="textAreaBottom" fmla="*/ 162000 h 16164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1000" bIns="81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85" name="Google Shape;360;p7"/>
              <p:cNvSpPr/>
              <p:nvPr/>
            </p:nvSpPr>
            <p:spPr>
              <a:xfrm flipH="1">
                <a:off x="3621240" y="4979880"/>
                <a:ext cx="96480" cy="88200"/>
              </a:xfrm>
              <a:custGeom>
                <a:avLst/>
                <a:gdLst>
                  <a:gd name="textAreaLeft" fmla="*/ 360 w 96480"/>
                  <a:gd name="textAreaRight" fmla="*/ 97200 w 9648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4280" bIns="442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86" name="Google Shape;361;p7"/>
            <p:cNvGrpSpPr/>
            <p:nvPr/>
          </p:nvGrpSpPr>
          <p:grpSpPr>
            <a:xfrm>
              <a:off x="2206440" y="5361120"/>
              <a:ext cx="161640" cy="161640"/>
              <a:chOff x="2206440" y="5361120"/>
              <a:chExt cx="161640" cy="161640"/>
            </a:xfrm>
          </p:grpSpPr>
          <p:sp>
            <p:nvSpPr>
              <p:cNvPr id="1287" name="Google Shape;362;p7"/>
              <p:cNvSpPr/>
              <p:nvPr/>
            </p:nvSpPr>
            <p:spPr>
              <a:xfrm flipV="1">
                <a:off x="2206440" y="5360760"/>
                <a:ext cx="161640" cy="1616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-360 h 161640"/>
                  <a:gd name="textAreaBottom" fmla="*/ 161640 h 16164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1000" bIns="81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88" name="Google Shape;363;p7"/>
              <p:cNvSpPr/>
              <p:nvPr/>
            </p:nvSpPr>
            <p:spPr>
              <a:xfrm flipV="1">
                <a:off x="2238840" y="5397480"/>
                <a:ext cx="96480" cy="88200"/>
              </a:xfrm>
              <a:custGeom>
                <a:avLst/>
                <a:gdLst>
                  <a:gd name="textAreaLeft" fmla="*/ 0 w 96480"/>
                  <a:gd name="textAreaRight" fmla="*/ 96840 w 96480"/>
                  <a:gd name="textAreaTop" fmla="*/ -360 h 88200"/>
                  <a:gd name="textAreaBottom" fmla="*/ 88200 h 8820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4280" bIns="442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PlaceHolder 1"/>
          <p:cNvSpPr>
            <a:spLocks noGrp="1"/>
          </p:cNvSpPr>
          <p:nvPr>
            <p:ph type="title"/>
          </p:nvPr>
        </p:nvSpPr>
        <p:spPr>
          <a:xfrm>
            <a:off x="713160" y="2122560"/>
            <a:ext cx="7297200" cy="90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290" name="Google Shape;366;p8"/>
          <p:cNvGrpSpPr/>
          <p:nvPr/>
        </p:nvGrpSpPr>
        <p:grpSpPr>
          <a:xfrm>
            <a:off x="6475680" y="-1541520"/>
            <a:ext cx="2583360" cy="2409120"/>
            <a:chOff x="6475680" y="-1541520"/>
            <a:chExt cx="2583360" cy="2409120"/>
          </a:xfrm>
        </p:grpSpPr>
        <p:grpSp>
          <p:nvGrpSpPr>
            <p:cNvPr id="1291" name="Google Shape;367;p8"/>
            <p:cNvGrpSpPr/>
            <p:nvPr/>
          </p:nvGrpSpPr>
          <p:grpSpPr>
            <a:xfrm>
              <a:off x="6475680" y="-1541520"/>
              <a:ext cx="939600" cy="2133000"/>
              <a:chOff x="6475680" y="-1541520"/>
              <a:chExt cx="939600" cy="2133000"/>
            </a:xfrm>
          </p:grpSpPr>
          <p:sp>
            <p:nvSpPr>
              <p:cNvPr id="1292" name="Google Shape;368;p8"/>
              <p:cNvSpPr/>
              <p:nvPr/>
            </p:nvSpPr>
            <p:spPr>
              <a:xfrm>
                <a:off x="6475680" y="-1541520"/>
                <a:ext cx="577080" cy="1974240"/>
              </a:xfrm>
              <a:custGeom>
                <a:avLst/>
                <a:gdLst>
                  <a:gd name="textAreaLeft" fmla="*/ 0 w 577080"/>
                  <a:gd name="textAreaRight" fmla="*/ 577440 w 577080"/>
                  <a:gd name="textAreaTop" fmla="*/ 0 h 1974240"/>
                  <a:gd name="textAreaBottom" fmla="*/ 1974600 h 1974240"/>
                </a:gdLst>
                <a:ahLst/>
                <a:cxnLst/>
                <a:rect l="textAreaLeft" t="textAreaTop" r="textAreaRight" b="textAreaBottom"/>
                <a:pathLst>
                  <a:path w="14079" h="48146">
                    <a:moveTo>
                      <a:pt x="13866" y="0"/>
                    </a:moveTo>
                    <a:lnTo>
                      <a:pt x="5867" y="7999"/>
                    </a:lnTo>
                    <a:lnTo>
                      <a:pt x="5836" y="8045"/>
                    </a:lnTo>
                    <a:lnTo>
                      <a:pt x="5836" y="31737"/>
                    </a:lnTo>
                    <a:lnTo>
                      <a:pt x="1" y="37541"/>
                    </a:lnTo>
                    <a:lnTo>
                      <a:pt x="1" y="48146"/>
                    </a:lnTo>
                    <a:lnTo>
                      <a:pt x="306" y="48146"/>
                    </a:lnTo>
                    <a:lnTo>
                      <a:pt x="306" y="37679"/>
                    </a:lnTo>
                    <a:lnTo>
                      <a:pt x="6141" y="31874"/>
                    </a:lnTo>
                    <a:lnTo>
                      <a:pt x="6141" y="8167"/>
                    </a:lnTo>
                    <a:lnTo>
                      <a:pt x="14079" y="229"/>
                    </a:lnTo>
                    <a:lnTo>
                      <a:pt x="1386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93" name="Google Shape;369;p8"/>
              <p:cNvSpPr/>
              <p:nvPr/>
            </p:nvSpPr>
            <p:spPr>
              <a:xfrm>
                <a:off x="6728400" y="-1179360"/>
                <a:ext cx="686880" cy="1770840"/>
              </a:xfrm>
              <a:custGeom>
                <a:avLst/>
                <a:gdLst>
                  <a:gd name="textAreaLeft" fmla="*/ 0 w 686880"/>
                  <a:gd name="textAreaRight" fmla="*/ 687240 w 686880"/>
                  <a:gd name="textAreaTop" fmla="*/ 0 h 1770840"/>
                  <a:gd name="textAreaBottom" fmla="*/ 1771200 h 1770840"/>
                </a:gdLst>
                <a:ahLst/>
                <a:cxnLst/>
                <a:rect l="textAreaLeft" t="textAreaTop" r="textAreaRight" b="textAreaBottom"/>
                <a:pathLst>
                  <a:path w="16760" h="43180">
                    <a:moveTo>
                      <a:pt x="16531" y="1"/>
                    </a:moveTo>
                    <a:lnTo>
                      <a:pt x="4403" y="12159"/>
                    </a:lnTo>
                    <a:lnTo>
                      <a:pt x="4342" y="12190"/>
                    </a:lnTo>
                    <a:lnTo>
                      <a:pt x="4342" y="25734"/>
                    </a:lnTo>
                    <a:lnTo>
                      <a:pt x="0" y="30077"/>
                    </a:lnTo>
                    <a:lnTo>
                      <a:pt x="8746" y="38822"/>
                    </a:lnTo>
                    <a:lnTo>
                      <a:pt x="8746" y="43180"/>
                    </a:lnTo>
                    <a:lnTo>
                      <a:pt x="9066" y="43180"/>
                    </a:lnTo>
                    <a:lnTo>
                      <a:pt x="9066" y="38700"/>
                    </a:lnTo>
                    <a:lnTo>
                      <a:pt x="442" y="30077"/>
                    </a:lnTo>
                    <a:lnTo>
                      <a:pt x="4662" y="25872"/>
                    </a:lnTo>
                    <a:lnTo>
                      <a:pt x="4662" y="12327"/>
                    </a:lnTo>
                    <a:lnTo>
                      <a:pt x="16760" y="230"/>
                    </a:lnTo>
                    <a:lnTo>
                      <a:pt x="16531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294" name="Google Shape;370;p8"/>
            <p:cNvSpPr/>
            <p:nvPr/>
          </p:nvSpPr>
          <p:spPr>
            <a:xfrm rot="5400000">
              <a:off x="7783200" y="-770400"/>
              <a:ext cx="577080" cy="1974240"/>
            </a:xfrm>
            <a:custGeom>
              <a:avLst/>
              <a:gdLst>
                <a:gd name="textAreaLeft" fmla="*/ 0 w 577080"/>
                <a:gd name="textAreaRight" fmla="*/ 577440 w 577080"/>
                <a:gd name="textAreaTop" fmla="*/ 0 h 1974240"/>
                <a:gd name="textAreaBottom" fmla="*/ 1974600 h 1974240"/>
              </a:gdLst>
              <a:ahLst/>
              <a:cxnLst/>
              <a:rect l="textAreaLeft" t="textAreaTop" r="textAreaRight" b="textAreaBottom"/>
              <a:pathLst>
                <a:path w="14079" h="48146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5" name="Google Shape;371;p8"/>
            <p:cNvSpPr/>
            <p:nvPr/>
          </p:nvSpPr>
          <p:spPr>
            <a:xfrm rot="5400000">
              <a:off x="7617600" y="-361080"/>
              <a:ext cx="686880" cy="1770840"/>
            </a:xfrm>
            <a:custGeom>
              <a:avLst/>
              <a:gdLst>
                <a:gd name="textAreaLeft" fmla="*/ 0 w 686880"/>
                <a:gd name="textAreaRight" fmla="*/ 687240 w 686880"/>
                <a:gd name="textAreaTop" fmla="*/ 0 h 1770840"/>
                <a:gd name="textAreaBottom" fmla="*/ 1771200 h 1770840"/>
              </a:gdLst>
              <a:ahLst/>
              <a:cxnLst/>
              <a:rect l="textAreaLeft" t="textAreaTop" r="textAreaRight" b="textAreaBottom"/>
              <a:pathLst>
                <a:path w="16760" h="4318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296" name="Google Shape;372;p8"/>
            <p:cNvGrpSpPr/>
            <p:nvPr/>
          </p:nvGrpSpPr>
          <p:grpSpPr>
            <a:xfrm>
              <a:off x="7741800" y="-258480"/>
              <a:ext cx="438840" cy="438840"/>
              <a:chOff x="7741800" y="-258480"/>
              <a:chExt cx="438840" cy="438840"/>
            </a:xfrm>
          </p:grpSpPr>
          <p:sp>
            <p:nvSpPr>
              <p:cNvPr id="1297" name="Google Shape;373;p8"/>
              <p:cNvSpPr/>
              <p:nvPr/>
            </p:nvSpPr>
            <p:spPr>
              <a:xfrm>
                <a:off x="7741800" y="-258480"/>
                <a:ext cx="438840" cy="438840"/>
              </a:xfrm>
              <a:custGeom>
                <a:avLst/>
                <a:gdLst>
                  <a:gd name="textAreaLeft" fmla="*/ 0 w 438840"/>
                  <a:gd name="textAreaRight" fmla="*/ 439200 w 438840"/>
                  <a:gd name="textAreaTop" fmla="*/ 0 h 438840"/>
                  <a:gd name="textAreaBottom" fmla="*/ 439200 h 43884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98" name="Google Shape;374;p8"/>
              <p:cNvSpPr/>
              <p:nvPr/>
            </p:nvSpPr>
            <p:spPr>
              <a:xfrm>
                <a:off x="7830000" y="-158400"/>
                <a:ext cx="262440" cy="239400"/>
              </a:xfrm>
              <a:custGeom>
                <a:avLst/>
                <a:gdLst>
                  <a:gd name="textAreaLeft" fmla="*/ 0 w 262440"/>
                  <a:gd name="textAreaRight" fmla="*/ 262800 w 262440"/>
                  <a:gd name="textAreaTop" fmla="*/ 0 h 239400"/>
                  <a:gd name="textAreaBottom" fmla="*/ 239760 h 23940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PlaceHolder 1"/>
          <p:cNvSpPr>
            <a:spLocks noGrp="1"/>
          </p:cNvSpPr>
          <p:nvPr>
            <p:ph type="title"/>
          </p:nvPr>
        </p:nvSpPr>
        <p:spPr>
          <a:xfrm>
            <a:off x="720000" y="479880"/>
            <a:ext cx="3144960" cy="184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300" name="PlaceHolder 2"/>
          <p:cNvSpPr>
            <a:spLocks noGrp="1"/>
          </p:cNvSpPr>
          <p:nvPr>
            <p:ph type="body"/>
          </p:nvPr>
        </p:nvSpPr>
        <p:spPr>
          <a:xfrm>
            <a:off x="4135680" y="539640"/>
            <a:ext cx="4294800" cy="4068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grpSp>
        <p:nvGrpSpPr>
          <p:cNvPr id="1301" name="Google Shape;379;p9"/>
          <p:cNvGrpSpPr/>
          <p:nvPr/>
        </p:nvGrpSpPr>
        <p:grpSpPr>
          <a:xfrm>
            <a:off x="-2393640" y="-1635480"/>
            <a:ext cx="4710600" cy="5344200"/>
            <a:chOff x="-2393640" y="-1635480"/>
            <a:chExt cx="4710600" cy="5344200"/>
          </a:xfrm>
        </p:grpSpPr>
        <p:pic>
          <p:nvPicPr>
            <p:cNvPr id="1302" name="Google Shape;380;p9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>
              <a:off x="-2393640" y="-1635480"/>
              <a:ext cx="3920040" cy="299196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303" name="Google Shape;381;p9"/>
            <p:cNvGrpSpPr/>
            <p:nvPr/>
          </p:nvGrpSpPr>
          <p:grpSpPr>
            <a:xfrm>
              <a:off x="-1398960" y="-1410120"/>
              <a:ext cx="3152880" cy="5118840"/>
              <a:chOff x="-1398960" y="-1410120"/>
              <a:chExt cx="3152880" cy="5118840"/>
            </a:xfrm>
          </p:grpSpPr>
          <p:sp>
            <p:nvSpPr>
              <p:cNvPr id="1304" name="Google Shape;382;p9"/>
              <p:cNvSpPr/>
              <p:nvPr/>
            </p:nvSpPr>
            <p:spPr>
              <a:xfrm>
                <a:off x="-1398960" y="-1410120"/>
                <a:ext cx="3152880" cy="5118840"/>
              </a:xfrm>
              <a:custGeom>
                <a:avLst/>
                <a:gdLst>
                  <a:gd name="textAreaLeft" fmla="*/ 0 w 3152880"/>
                  <a:gd name="textAreaRight" fmla="*/ 3153240 w 3152880"/>
                  <a:gd name="textAreaTop" fmla="*/ 0 h 5118840"/>
                  <a:gd name="textAreaBottom" fmla="*/ 5119200 h 5118840"/>
                </a:gdLst>
                <a:ahLst/>
                <a:cxnLst/>
                <a:rect l="textAreaLeft" t="textAreaTop" r="textAreaRight" b="textAreaBottom"/>
                <a:pathLst>
                  <a:path w="76882" h="124813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1305" name="Google Shape;383;p9"/>
              <p:cNvGrpSpPr/>
              <p:nvPr/>
            </p:nvGrpSpPr>
            <p:grpSpPr>
              <a:xfrm>
                <a:off x="629280" y="217080"/>
                <a:ext cx="133560" cy="133560"/>
                <a:chOff x="629280" y="217080"/>
                <a:chExt cx="133560" cy="133560"/>
              </a:xfrm>
            </p:grpSpPr>
            <p:sp>
              <p:nvSpPr>
                <p:cNvPr id="1306" name="Google Shape;384;p9"/>
                <p:cNvSpPr/>
                <p:nvPr/>
              </p:nvSpPr>
              <p:spPr>
                <a:xfrm>
                  <a:off x="629280" y="21708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160" bIns="471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07" name="Google Shape;385;p9"/>
                <p:cNvSpPr/>
                <p:nvPr/>
              </p:nvSpPr>
              <p:spPr>
                <a:xfrm>
                  <a:off x="648360" y="23580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308" name="Google Shape;386;p9"/>
              <p:cNvGrpSpPr/>
              <p:nvPr/>
            </p:nvGrpSpPr>
            <p:grpSpPr>
              <a:xfrm>
                <a:off x="-363960" y="903240"/>
                <a:ext cx="133560" cy="133560"/>
                <a:chOff x="-363960" y="903240"/>
                <a:chExt cx="133560" cy="133560"/>
              </a:xfrm>
            </p:grpSpPr>
            <p:sp>
              <p:nvSpPr>
                <p:cNvPr id="1309" name="Google Shape;387;p9"/>
                <p:cNvSpPr/>
                <p:nvPr/>
              </p:nvSpPr>
              <p:spPr>
                <a:xfrm>
                  <a:off x="-363960" y="90324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160" bIns="471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10" name="Google Shape;388;p9"/>
                <p:cNvSpPr/>
                <p:nvPr/>
              </p:nvSpPr>
              <p:spPr>
                <a:xfrm>
                  <a:off x="-345240" y="92232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311" name="Google Shape;389;p9"/>
              <p:cNvGrpSpPr/>
              <p:nvPr/>
            </p:nvGrpSpPr>
            <p:grpSpPr>
              <a:xfrm>
                <a:off x="20160" y="1276920"/>
                <a:ext cx="133560" cy="133560"/>
                <a:chOff x="20160" y="1276920"/>
                <a:chExt cx="133560" cy="133560"/>
              </a:xfrm>
            </p:grpSpPr>
            <p:sp>
              <p:nvSpPr>
                <p:cNvPr id="1312" name="Google Shape;390;p9"/>
                <p:cNvSpPr/>
                <p:nvPr/>
              </p:nvSpPr>
              <p:spPr>
                <a:xfrm>
                  <a:off x="20160" y="127692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160" bIns="471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13" name="Google Shape;391;p9"/>
                <p:cNvSpPr/>
                <p:nvPr/>
              </p:nvSpPr>
              <p:spPr>
                <a:xfrm>
                  <a:off x="38880" y="129600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1314" name="Google Shape;392;p9"/>
            <p:cNvGrpSpPr/>
            <p:nvPr/>
          </p:nvGrpSpPr>
          <p:grpSpPr>
            <a:xfrm>
              <a:off x="45360" y="-923040"/>
              <a:ext cx="87840" cy="2151360"/>
              <a:chOff x="45360" y="-923040"/>
              <a:chExt cx="87840" cy="2151360"/>
            </a:xfrm>
          </p:grpSpPr>
          <p:sp>
            <p:nvSpPr>
              <p:cNvPr id="1315" name="Google Shape;393;p9"/>
              <p:cNvSpPr/>
              <p:nvPr/>
            </p:nvSpPr>
            <p:spPr>
              <a:xfrm>
                <a:off x="45360" y="-923040"/>
                <a:ext cx="12240" cy="215136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2151360"/>
                  <a:gd name="textAreaBottom" fmla="*/ 2151720 h 2151360"/>
                </a:gdLst>
                <a:ahLst/>
                <a:cxnLst/>
                <a:rect l="textAreaLeft" t="textAreaTop" r="textAreaRight" b="textAreaBottom"/>
                <a:pathLst>
                  <a:path w="306" h="27731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40000">
                    <a:srgbClr val="FF9900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16" name="Google Shape;394;p9"/>
              <p:cNvSpPr/>
              <p:nvPr/>
            </p:nvSpPr>
            <p:spPr>
              <a:xfrm>
                <a:off x="120960" y="-923040"/>
                <a:ext cx="12240" cy="215136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2151360"/>
                  <a:gd name="textAreaBottom" fmla="*/ 2151720 h 2151360"/>
                </a:gdLst>
                <a:ahLst/>
                <a:cxnLst/>
                <a:rect l="textAreaLeft" t="textAreaTop" r="textAreaRight" b="textAreaBottom"/>
                <a:pathLst>
                  <a:path w="305" h="27731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40000">
                    <a:srgbClr val="FF9900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17" name="Google Shape;395;p9"/>
            <p:cNvGrpSpPr/>
            <p:nvPr/>
          </p:nvGrpSpPr>
          <p:grpSpPr>
            <a:xfrm>
              <a:off x="285120" y="-794880"/>
              <a:ext cx="87840" cy="2151360"/>
              <a:chOff x="285120" y="-794880"/>
              <a:chExt cx="87840" cy="2151360"/>
            </a:xfrm>
          </p:grpSpPr>
          <p:sp>
            <p:nvSpPr>
              <p:cNvPr id="1318" name="Google Shape;396;p9"/>
              <p:cNvSpPr/>
              <p:nvPr/>
            </p:nvSpPr>
            <p:spPr>
              <a:xfrm>
                <a:off x="285120" y="-794880"/>
                <a:ext cx="12240" cy="215136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2151360"/>
                  <a:gd name="textAreaBottom" fmla="*/ 2151720 h 2151360"/>
                </a:gdLst>
                <a:ahLst/>
                <a:cxnLst/>
                <a:rect l="textAreaLeft" t="textAreaTop" r="textAreaRight" b="textAreaBottom"/>
                <a:pathLst>
                  <a:path w="306" h="27731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19" name="Google Shape;397;p9"/>
              <p:cNvSpPr/>
              <p:nvPr/>
            </p:nvSpPr>
            <p:spPr>
              <a:xfrm>
                <a:off x="360720" y="-794880"/>
                <a:ext cx="12240" cy="215136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2151360"/>
                  <a:gd name="textAreaBottom" fmla="*/ 2151720 h 2151360"/>
                </a:gdLst>
                <a:ahLst/>
                <a:cxnLst/>
                <a:rect l="textAreaLeft" t="textAreaTop" r="textAreaRight" b="textAreaBottom"/>
                <a:pathLst>
                  <a:path w="305" h="27731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320" name="Google Shape;398;p9"/>
            <p:cNvSpPr/>
            <p:nvPr/>
          </p:nvSpPr>
          <p:spPr>
            <a:xfrm rot="5400000">
              <a:off x="425520" y="-1353240"/>
              <a:ext cx="1030680" cy="2751840"/>
            </a:xfrm>
            <a:custGeom>
              <a:avLst/>
              <a:gdLst>
                <a:gd name="textAreaLeft" fmla="*/ 0 w 1030680"/>
                <a:gd name="textAreaRight" fmla="*/ 1031040 w 1030680"/>
                <a:gd name="textAreaTop" fmla="*/ 0 h 2751840"/>
                <a:gd name="textAreaBottom" fmla="*/ 2752200 h 275184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321" name="Google Shape;399;p9"/>
            <p:cNvGrpSpPr/>
            <p:nvPr/>
          </p:nvGrpSpPr>
          <p:grpSpPr>
            <a:xfrm>
              <a:off x="-252000" y="261000"/>
              <a:ext cx="480240" cy="480960"/>
              <a:chOff x="-252000" y="261000"/>
              <a:chExt cx="480240" cy="480960"/>
            </a:xfrm>
          </p:grpSpPr>
          <p:sp>
            <p:nvSpPr>
              <p:cNvPr id="1322" name="Google Shape;400;p9"/>
              <p:cNvSpPr/>
              <p:nvPr/>
            </p:nvSpPr>
            <p:spPr>
              <a:xfrm>
                <a:off x="126720" y="261000"/>
                <a:ext cx="101520" cy="101880"/>
              </a:xfrm>
              <a:custGeom>
                <a:avLst/>
                <a:gdLst>
                  <a:gd name="textAreaLeft" fmla="*/ 0 w 101520"/>
                  <a:gd name="textAreaRight" fmla="*/ 101880 w 101520"/>
                  <a:gd name="textAreaTop" fmla="*/ 0 h 101880"/>
                  <a:gd name="textAreaBottom" fmla="*/ 102240 h 1018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1120" bIns="511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3" name="Google Shape;401;p9"/>
              <p:cNvSpPr/>
              <p:nvPr/>
            </p:nvSpPr>
            <p:spPr>
              <a:xfrm>
                <a:off x="63360" y="324720"/>
                <a:ext cx="101520" cy="101520"/>
              </a:xfrm>
              <a:custGeom>
                <a:avLst/>
                <a:gdLst>
                  <a:gd name="textAreaLeft" fmla="*/ 0 w 101520"/>
                  <a:gd name="textAreaRight" fmla="*/ 101880 w 10152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938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4" name="Google Shape;402;p9"/>
              <p:cNvSpPr/>
              <p:nvPr/>
            </p:nvSpPr>
            <p:spPr>
              <a:xfrm>
                <a:off x="720" y="388080"/>
                <a:ext cx="101520" cy="101520"/>
              </a:xfrm>
              <a:custGeom>
                <a:avLst/>
                <a:gdLst>
                  <a:gd name="textAreaLeft" fmla="*/ 0 w 101520"/>
                  <a:gd name="textAreaRight" fmla="*/ 101880 w 10152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937" h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5" name="Google Shape;403;p9"/>
              <p:cNvSpPr/>
              <p:nvPr/>
            </p:nvSpPr>
            <p:spPr>
              <a:xfrm>
                <a:off x="-63000" y="450720"/>
                <a:ext cx="101880" cy="101520"/>
              </a:xfrm>
              <a:custGeom>
                <a:avLst/>
                <a:gdLst>
                  <a:gd name="textAreaLeft" fmla="*/ 0 w 101880"/>
                  <a:gd name="textAreaRight" fmla="*/ 102240 w 10188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953" h="4937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6" name="Google Shape;404;p9"/>
              <p:cNvSpPr/>
              <p:nvPr/>
            </p:nvSpPr>
            <p:spPr>
              <a:xfrm>
                <a:off x="-126000" y="514080"/>
                <a:ext cx="101880" cy="101520"/>
              </a:xfrm>
              <a:custGeom>
                <a:avLst/>
                <a:gdLst>
                  <a:gd name="textAreaLeft" fmla="*/ 0 w 101880"/>
                  <a:gd name="textAreaRight" fmla="*/ 102240 w 10188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953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7" name="Google Shape;405;p9"/>
              <p:cNvSpPr/>
              <p:nvPr/>
            </p:nvSpPr>
            <p:spPr>
              <a:xfrm>
                <a:off x="-189360" y="577080"/>
                <a:ext cx="101520" cy="101880"/>
              </a:xfrm>
              <a:custGeom>
                <a:avLst/>
                <a:gdLst>
                  <a:gd name="textAreaLeft" fmla="*/ 0 w 101520"/>
                  <a:gd name="textAreaRight" fmla="*/ 101880 w 101520"/>
                  <a:gd name="textAreaTop" fmla="*/ 0 h 101880"/>
                  <a:gd name="textAreaBottom" fmla="*/ 102240 h 1018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1120" bIns="511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8" name="Google Shape;406;p9"/>
              <p:cNvSpPr/>
              <p:nvPr/>
            </p:nvSpPr>
            <p:spPr>
              <a:xfrm>
                <a:off x="-252000" y="640440"/>
                <a:ext cx="101520" cy="101520"/>
              </a:xfrm>
              <a:custGeom>
                <a:avLst/>
                <a:gdLst>
                  <a:gd name="textAreaLeft" fmla="*/ 0 w 101520"/>
                  <a:gd name="textAreaRight" fmla="*/ 101880 w 10152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938" h="4937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329" name="Google Shape;407;p9"/>
          <p:cNvGrpSpPr/>
          <p:nvPr/>
        </p:nvGrpSpPr>
        <p:grpSpPr>
          <a:xfrm>
            <a:off x="6719760" y="2898360"/>
            <a:ext cx="3920040" cy="3213720"/>
            <a:chOff x="6719760" y="2898360"/>
            <a:chExt cx="3920040" cy="3213720"/>
          </a:xfrm>
        </p:grpSpPr>
        <p:sp>
          <p:nvSpPr>
            <p:cNvPr id="1330" name="Google Shape;408;p9"/>
            <p:cNvSpPr/>
            <p:nvPr/>
          </p:nvSpPr>
          <p:spPr>
            <a:xfrm>
              <a:off x="8841240" y="2898360"/>
              <a:ext cx="480600" cy="475560"/>
            </a:xfrm>
            <a:custGeom>
              <a:avLst/>
              <a:gdLst>
                <a:gd name="textAreaLeft" fmla="*/ 0 w 480600"/>
                <a:gd name="textAreaRight" fmla="*/ 480960 w 480600"/>
                <a:gd name="textAreaTop" fmla="*/ 0 h 475560"/>
                <a:gd name="textAreaBottom" fmla="*/ 475920 h 475560"/>
              </a:gdLst>
              <a:ahLst/>
              <a:cxnLst/>
              <a:rect l="textAreaLeft" t="textAreaTop" r="textAreaRight" b="textAreaBottom"/>
              <a:pathLst>
                <a:path w="36171" h="3579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>
                    <a:alpha val="47000"/>
                  </a:srgbClr>
                </a:gs>
                <a:gs pos="78000">
                  <a:srgbClr val="F5F8FF">
                    <a:alpha val="47000"/>
                  </a:srgbClr>
                </a:gs>
                <a:gs pos="100000">
                  <a:srgbClr val="F5F8FF">
                    <a:alpha val="4700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pic>
          <p:nvPicPr>
            <p:cNvPr id="1331" name="Google Shape;409;p9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>
              <a:off x="6719760" y="3120120"/>
              <a:ext cx="3920040" cy="299196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332" name="Google Shape;410;p9"/>
            <p:cNvGrpSpPr/>
            <p:nvPr/>
          </p:nvGrpSpPr>
          <p:grpSpPr>
            <a:xfrm>
              <a:off x="8748360" y="3547800"/>
              <a:ext cx="699480" cy="1650960"/>
              <a:chOff x="8748360" y="3547800"/>
              <a:chExt cx="699480" cy="1650960"/>
            </a:xfrm>
          </p:grpSpPr>
          <p:sp>
            <p:nvSpPr>
              <p:cNvPr id="1333" name="Google Shape;411;p9"/>
              <p:cNvSpPr/>
              <p:nvPr/>
            </p:nvSpPr>
            <p:spPr>
              <a:xfrm>
                <a:off x="8748360" y="3547800"/>
                <a:ext cx="482760" cy="1013400"/>
              </a:xfrm>
              <a:custGeom>
                <a:avLst/>
                <a:gdLst>
                  <a:gd name="textAreaLeft" fmla="*/ 0 w 482760"/>
                  <a:gd name="textAreaRight" fmla="*/ 483120 w 482760"/>
                  <a:gd name="textAreaTop" fmla="*/ 0 h 1013400"/>
                  <a:gd name="textAreaBottom" fmla="*/ 1013760 h 1013400"/>
                </a:gdLst>
                <a:ahLst/>
                <a:cxnLst/>
                <a:rect l="textAreaLeft" t="textAreaTop" r="textAreaRight" b="textAreaBottom"/>
                <a:pathLst>
                  <a:path w="11779" h="24714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34" name="Google Shape;412;p9"/>
              <p:cNvSpPr/>
              <p:nvPr/>
            </p:nvSpPr>
            <p:spPr>
              <a:xfrm>
                <a:off x="9201240" y="3879000"/>
                <a:ext cx="246600" cy="122652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35" name="Google Shape;413;p9"/>
              <p:cNvSpPr/>
              <p:nvPr/>
            </p:nvSpPr>
            <p:spPr>
              <a:xfrm>
                <a:off x="9108720" y="3972240"/>
                <a:ext cx="246600" cy="122652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36" name="Google Shape;414;p9"/>
            <p:cNvGrpSpPr/>
            <p:nvPr/>
          </p:nvGrpSpPr>
          <p:grpSpPr>
            <a:xfrm>
              <a:off x="8355600" y="4357440"/>
              <a:ext cx="904320" cy="725400"/>
              <a:chOff x="8355600" y="4357440"/>
              <a:chExt cx="904320" cy="725400"/>
            </a:xfrm>
          </p:grpSpPr>
          <p:sp>
            <p:nvSpPr>
              <p:cNvPr id="1337" name="Google Shape;415;p9"/>
              <p:cNvSpPr/>
              <p:nvPr/>
            </p:nvSpPr>
            <p:spPr>
              <a:xfrm>
                <a:off x="8574840" y="435744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38" name="Google Shape;416;p9"/>
              <p:cNvSpPr/>
              <p:nvPr/>
            </p:nvSpPr>
            <p:spPr>
              <a:xfrm>
                <a:off x="8355600" y="450036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39" name="Google Shape;417;p9"/>
              <p:cNvSpPr/>
              <p:nvPr/>
            </p:nvSpPr>
            <p:spPr>
              <a:xfrm>
                <a:off x="8587080" y="4500360"/>
                <a:ext cx="672840" cy="582480"/>
              </a:xfrm>
              <a:custGeom>
                <a:avLst/>
                <a:gdLst>
                  <a:gd name="textAreaLeft" fmla="*/ 0 w 672840"/>
                  <a:gd name="textAreaRight" fmla="*/ 673200 w 672840"/>
                  <a:gd name="textAreaTop" fmla="*/ 0 h 582480"/>
                  <a:gd name="textAreaBottom" fmla="*/ 582840 h 5824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340" name="Google Shape;418;p9"/>
            <p:cNvSpPr/>
            <p:nvPr/>
          </p:nvSpPr>
          <p:spPr>
            <a:xfrm rot="10800000">
              <a:off x="7946280" y="299664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41" name="Google Shape;419;p9"/>
            <p:cNvSpPr/>
            <p:nvPr/>
          </p:nvSpPr>
          <p:spPr>
            <a:xfrm rot="10800000">
              <a:off x="8105760" y="299736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342" name="Google Shape;420;p9"/>
          <p:cNvGrpSpPr/>
          <p:nvPr/>
        </p:nvGrpSpPr>
        <p:grpSpPr>
          <a:xfrm>
            <a:off x="-1953000" y="4816440"/>
            <a:ext cx="4558680" cy="133920"/>
            <a:chOff x="-1953000" y="4816440"/>
            <a:chExt cx="4558680" cy="133920"/>
          </a:xfrm>
        </p:grpSpPr>
        <p:sp>
          <p:nvSpPr>
            <p:cNvPr id="1343" name="Google Shape;421;p9"/>
            <p:cNvSpPr/>
            <p:nvPr/>
          </p:nvSpPr>
          <p:spPr>
            <a:xfrm>
              <a:off x="2471760" y="4816440"/>
              <a:ext cx="133920" cy="133920"/>
            </a:xfrm>
            <a:prstGeom prst="ellipse">
              <a:avLst/>
            </a:prstGeom>
            <a:noFill/>
            <a:ln w="9525">
              <a:solidFill>
                <a:srgbClr val="0C0A9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520" bIns="47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1344" name="Google Shape;422;p9"/>
            <p:cNvCxnSpPr/>
            <p:nvPr/>
          </p:nvCxnSpPr>
          <p:spPr>
            <a:xfrm>
              <a:off x="-1953000" y="4883400"/>
              <a:ext cx="4462920" cy="360"/>
            </a:xfrm>
            <a:prstGeom prst="straightConnector1">
              <a:avLst/>
            </a:prstGeom>
            <a:ln w="9525">
              <a:solidFill>
                <a:srgbClr val="0C0A9E"/>
              </a:solidFill>
              <a:round/>
            </a:ln>
          </p:spPr>
        </p:cxnSp>
        <p:sp>
          <p:nvSpPr>
            <p:cNvPr id="1345" name="Google Shape;423;p9"/>
            <p:cNvSpPr/>
            <p:nvPr/>
          </p:nvSpPr>
          <p:spPr>
            <a:xfrm>
              <a:off x="2501640" y="4846680"/>
              <a:ext cx="73440" cy="734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347" name="PlaceHolder 2"/>
          <p:cNvSpPr>
            <a:spLocks noGrp="1"/>
          </p:cNvSpPr>
          <p:nvPr>
            <p:ph type="title"/>
          </p:nvPr>
        </p:nvSpPr>
        <p:spPr>
          <a:xfrm>
            <a:off x="720000" y="539640"/>
            <a:ext cx="3671640" cy="9324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PlaceHolder 1"/>
          <p:cNvSpPr>
            <a:spLocks noGrp="1"/>
          </p:cNvSpPr>
          <p:nvPr>
            <p:ph type="title"/>
          </p:nvPr>
        </p:nvSpPr>
        <p:spPr>
          <a:xfrm>
            <a:off x="716760" y="510840"/>
            <a:ext cx="77101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1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4.xml"/><Relationship Id="rId21" Type="http://schemas.openxmlformats.org/officeDocument/2006/relationships/slideLayout" Target="../slideLayouts/slideLayout22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3.xml"/><Relationship Id="rId16" Type="http://schemas.openxmlformats.org/officeDocument/2006/relationships/slideLayout" Target="../slideLayouts/slideLayout17.xml"/><Relationship Id="rId2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1.xml"/><Relationship Id="rId19" Type="http://schemas.openxmlformats.org/officeDocument/2006/relationships/slideLayout" Target="../slideLayouts/slideLayout20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Relationship Id="rId22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9;p2"/>
          <p:cNvGrpSpPr/>
          <p:nvPr/>
        </p:nvGrpSpPr>
        <p:grpSpPr>
          <a:xfrm>
            <a:off x="-3255120" y="-2760840"/>
            <a:ext cx="10039680" cy="6731280"/>
            <a:chOff x="-3255120" y="-2760840"/>
            <a:chExt cx="10039680" cy="6731280"/>
          </a:xfrm>
        </p:grpSpPr>
        <p:grpSp>
          <p:nvGrpSpPr>
            <p:cNvPr id="3" name="Google Shape;10;p2"/>
            <p:cNvGrpSpPr/>
            <p:nvPr/>
          </p:nvGrpSpPr>
          <p:grpSpPr>
            <a:xfrm>
              <a:off x="-3255120" y="-2760840"/>
              <a:ext cx="6563880" cy="6731280"/>
              <a:chOff x="-3255120" y="-2760840"/>
              <a:chExt cx="6563880" cy="6731280"/>
            </a:xfrm>
          </p:grpSpPr>
          <p:sp>
            <p:nvSpPr>
              <p:cNvPr id="4" name="Google Shape;11;p2"/>
              <p:cNvSpPr/>
              <p:nvPr/>
            </p:nvSpPr>
            <p:spPr>
              <a:xfrm rot="10221600">
                <a:off x="-1132920" y="-721440"/>
                <a:ext cx="3045240" cy="2637000"/>
              </a:xfrm>
              <a:custGeom>
                <a:avLst/>
                <a:gdLst>
                  <a:gd name="textAreaLeft" fmla="*/ 0 w 3045240"/>
                  <a:gd name="textAreaRight" fmla="*/ 3045600 w 3045240"/>
                  <a:gd name="textAreaTop" fmla="*/ 0 h 2637000"/>
                  <a:gd name="textAreaBottom" fmla="*/ 2637360 h 263700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0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pic>
            <p:nvPicPr>
              <p:cNvPr id="5" name="Google Shape;12;p2"/>
              <p:cNvPicPr/>
              <p:nvPr/>
            </p:nvPicPr>
            <p:blipFill>
              <a:blip r:embed="rId3"/>
              <a:srcRect t="17653" b="17662"/>
              <a:stretch/>
            </p:blipFill>
            <p:spPr>
              <a:xfrm rot="13821600">
                <a:off x="-2650680" y="-1438560"/>
                <a:ext cx="5355360" cy="408708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sp>
          <p:nvSpPr>
            <p:cNvPr id="6" name="Google Shape;13;p2"/>
            <p:cNvSpPr/>
            <p:nvPr/>
          </p:nvSpPr>
          <p:spPr>
            <a:xfrm>
              <a:off x="-441720" y="-339840"/>
              <a:ext cx="1420560" cy="2832840"/>
            </a:xfrm>
            <a:custGeom>
              <a:avLst/>
              <a:gdLst>
                <a:gd name="textAreaLeft" fmla="*/ 0 w 1420560"/>
                <a:gd name="textAreaRight" fmla="*/ 1420920 w 1420560"/>
                <a:gd name="textAreaTop" fmla="*/ 0 h 2832840"/>
                <a:gd name="textAreaBottom" fmla="*/ 2833200 h 283284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" name="Google Shape;14;p2"/>
            <p:cNvSpPr/>
            <p:nvPr/>
          </p:nvSpPr>
          <p:spPr>
            <a:xfrm rot="2700000">
              <a:off x="765720" y="-2373480"/>
              <a:ext cx="3152880" cy="5118840"/>
            </a:xfrm>
            <a:custGeom>
              <a:avLst/>
              <a:gdLst>
                <a:gd name="textAreaLeft" fmla="*/ 0 w 3152880"/>
                <a:gd name="textAreaRight" fmla="*/ 3153240 w 3152880"/>
                <a:gd name="textAreaTop" fmla="*/ 0 h 5118840"/>
                <a:gd name="textAreaBottom" fmla="*/ 5119200 h 511884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27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" name="Google Shape;15;p2"/>
            <p:cNvSpPr/>
            <p:nvPr/>
          </p:nvSpPr>
          <p:spPr>
            <a:xfrm>
              <a:off x="-353880" y="-534240"/>
              <a:ext cx="7138440" cy="819000"/>
            </a:xfrm>
            <a:custGeom>
              <a:avLst/>
              <a:gdLst>
                <a:gd name="textAreaLeft" fmla="*/ 0 w 7138440"/>
                <a:gd name="textAreaRight" fmla="*/ 7138800 w 7138440"/>
                <a:gd name="textAreaTop" fmla="*/ 0 h 819000"/>
                <a:gd name="textAreaBottom" fmla="*/ 819360 h 819000"/>
              </a:gdLst>
              <a:ahLst/>
              <a:cxnLst/>
              <a:rect l="textAreaLeft" t="textAreaTop" r="textAreaRight" b="textAreaBottom"/>
              <a:pathLst>
                <a:path w="285545" h="32774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w="9525">
              <a:solidFill>
                <a:srgbClr val="0C0A9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" name="Google Shape;16;p2"/>
            <p:cNvSpPr/>
            <p:nvPr/>
          </p:nvSpPr>
          <p:spPr>
            <a:xfrm rot="5400000">
              <a:off x="958680" y="-1418760"/>
              <a:ext cx="577080" cy="3045240"/>
            </a:xfrm>
            <a:custGeom>
              <a:avLst/>
              <a:gdLst>
                <a:gd name="textAreaLeft" fmla="*/ 0 w 577080"/>
                <a:gd name="textAreaRight" fmla="*/ 577440 w 577080"/>
                <a:gd name="textAreaTop" fmla="*/ 0 h 3045240"/>
                <a:gd name="textAreaBottom" fmla="*/ 3045600 h 3045240"/>
              </a:gdLst>
              <a:ahLst/>
              <a:cxnLst/>
              <a:rect l="textAreaLeft" t="textAreaTop" r="textAreaRight" b="textAreaBottom"/>
              <a:pathLst>
                <a:path w="14079" h="48146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" name="Google Shape;17;p2"/>
            <p:cNvSpPr/>
            <p:nvPr/>
          </p:nvSpPr>
          <p:spPr>
            <a:xfrm rot="5400000">
              <a:off x="502200" y="-954360"/>
              <a:ext cx="686880" cy="2730960"/>
            </a:xfrm>
            <a:custGeom>
              <a:avLst/>
              <a:gdLst>
                <a:gd name="textAreaLeft" fmla="*/ 0 w 686880"/>
                <a:gd name="textAreaRight" fmla="*/ 687240 w 686880"/>
                <a:gd name="textAreaTop" fmla="*/ 0 h 2730960"/>
                <a:gd name="textAreaBottom" fmla="*/ 2731320 h 2730960"/>
              </a:gdLst>
              <a:ahLst/>
              <a:cxnLst/>
              <a:rect l="textAreaLeft" t="textAreaTop" r="textAreaRight" b="textAreaBottom"/>
              <a:pathLst>
                <a:path w="16760" h="4318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1" name="Google Shape;18;p2"/>
            <p:cNvGrpSpPr/>
            <p:nvPr/>
          </p:nvGrpSpPr>
          <p:grpSpPr>
            <a:xfrm>
              <a:off x="4294080" y="218160"/>
              <a:ext cx="133560" cy="133560"/>
              <a:chOff x="4294080" y="218160"/>
              <a:chExt cx="133560" cy="133560"/>
            </a:xfrm>
          </p:grpSpPr>
          <p:sp>
            <p:nvSpPr>
              <p:cNvPr id="12" name="Google Shape;19;p2"/>
              <p:cNvSpPr/>
              <p:nvPr/>
            </p:nvSpPr>
            <p:spPr>
              <a:xfrm flipH="1">
                <a:off x="4293720" y="218160"/>
                <a:ext cx="133560" cy="133560"/>
              </a:xfrm>
              <a:custGeom>
                <a:avLst/>
                <a:gdLst>
                  <a:gd name="textAreaLeft" fmla="*/ -360 w 133560"/>
                  <a:gd name="textAreaRight" fmla="*/ 133560 w 133560"/>
                  <a:gd name="textAreaTop" fmla="*/ 0 h 133560"/>
                  <a:gd name="textAreaBottom" fmla="*/ 133920 h 13356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6960" bIns="66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" name="Google Shape;20;p2"/>
              <p:cNvSpPr/>
              <p:nvPr/>
            </p:nvSpPr>
            <p:spPr>
              <a:xfrm flipH="1">
                <a:off x="4321440" y="248760"/>
                <a:ext cx="79920" cy="72720"/>
              </a:xfrm>
              <a:custGeom>
                <a:avLst/>
                <a:gdLst>
                  <a:gd name="textAreaLeft" fmla="*/ 360 w 79920"/>
                  <a:gd name="textAreaRight" fmla="*/ 80640 w 79920"/>
                  <a:gd name="textAreaTop" fmla="*/ 0 h 72720"/>
                  <a:gd name="textAreaBottom" fmla="*/ 73080 h 7272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360" bIns="363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4" name="Google Shape;21;p2"/>
            <p:cNvGrpSpPr/>
            <p:nvPr/>
          </p:nvGrpSpPr>
          <p:grpSpPr>
            <a:xfrm>
              <a:off x="1220760" y="521640"/>
              <a:ext cx="133560" cy="133560"/>
              <a:chOff x="1220760" y="521640"/>
              <a:chExt cx="133560" cy="133560"/>
            </a:xfrm>
          </p:grpSpPr>
          <p:sp>
            <p:nvSpPr>
              <p:cNvPr id="15" name="Google Shape;22;p2"/>
              <p:cNvSpPr/>
              <p:nvPr/>
            </p:nvSpPr>
            <p:spPr>
              <a:xfrm flipH="1">
                <a:off x="1220400" y="521640"/>
                <a:ext cx="133560" cy="133560"/>
              </a:xfrm>
              <a:custGeom>
                <a:avLst/>
                <a:gdLst>
                  <a:gd name="textAreaLeft" fmla="*/ -360 w 133560"/>
                  <a:gd name="textAreaRight" fmla="*/ 133560 w 133560"/>
                  <a:gd name="textAreaTop" fmla="*/ 0 h 133560"/>
                  <a:gd name="textAreaBottom" fmla="*/ 133920 h 13356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6960" bIns="66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" name="Google Shape;23;p2"/>
              <p:cNvSpPr/>
              <p:nvPr/>
            </p:nvSpPr>
            <p:spPr>
              <a:xfrm flipH="1">
                <a:off x="1248120" y="551880"/>
                <a:ext cx="79920" cy="72720"/>
              </a:xfrm>
              <a:custGeom>
                <a:avLst/>
                <a:gdLst>
                  <a:gd name="textAreaLeft" fmla="*/ 360 w 79920"/>
                  <a:gd name="textAreaRight" fmla="*/ 80640 w 79920"/>
                  <a:gd name="textAreaTop" fmla="*/ 0 h 72720"/>
                  <a:gd name="textAreaBottom" fmla="*/ 73080 h 7272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360" bIns="363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7" name="Google Shape;24;p2"/>
            <p:cNvGrpSpPr/>
            <p:nvPr/>
          </p:nvGrpSpPr>
          <p:grpSpPr>
            <a:xfrm>
              <a:off x="934200" y="784440"/>
              <a:ext cx="133560" cy="133560"/>
              <a:chOff x="934200" y="784440"/>
              <a:chExt cx="133560" cy="133560"/>
            </a:xfrm>
          </p:grpSpPr>
          <p:sp>
            <p:nvSpPr>
              <p:cNvPr id="18" name="Google Shape;25;p2"/>
              <p:cNvSpPr/>
              <p:nvPr/>
            </p:nvSpPr>
            <p:spPr>
              <a:xfrm flipH="1">
                <a:off x="933840" y="784440"/>
                <a:ext cx="133560" cy="133560"/>
              </a:xfrm>
              <a:custGeom>
                <a:avLst/>
                <a:gdLst>
                  <a:gd name="textAreaLeft" fmla="*/ -360 w 133560"/>
                  <a:gd name="textAreaRight" fmla="*/ 133560 w 133560"/>
                  <a:gd name="textAreaTop" fmla="*/ 0 h 133560"/>
                  <a:gd name="textAreaBottom" fmla="*/ 133920 h 13356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6960" bIns="66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" name="Google Shape;26;p2"/>
              <p:cNvSpPr/>
              <p:nvPr/>
            </p:nvSpPr>
            <p:spPr>
              <a:xfrm flipH="1">
                <a:off x="961200" y="815040"/>
                <a:ext cx="79920" cy="72720"/>
              </a:xfrm>
              <a:custGeom>
                <a:avLst/>
                <a:gdLst>
                  <a:gd name="textAreaLeft" fmla="*/ 360 w 79920"/>
                  <a:gd name="textAreaRight" fmla="*/ 80640 w 79920"/>
                  <a:gd name="textAreaTop" fmla="*/ 0 h 72720"/>
                  <a:gd name="textAreaBottom" fmla="*/ 73080 h 7272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360" bIns="363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0" name="Google Shape;27;p2"/>
            <p:cNvGrpSpPr/>
            <p:nvPr/>
          </p:nvGrpSpPr>
          <p:grpSpPr>
            <a:xfrm>
              <a:off x="124920" y="784440"/>
              <a:ext cx="133560" cy="133560"/>
              <a:chOff x="124920" y="784440"/>
              <a:chExt cx="133560" cy="133560"/>
            </a:xfrm>
          </p:grpSpPr>
          <p:sp>
            <p:nvSpPr>
              <p:cNvPr id="21" name="Google Shape;28;p2"/>
              <p:cNvSpPr/>
              <p:nvPr/>
            </p:nvSpPr>
            <p:spPr>
              <a:xfrm flipH="1">
                <a:off x="124560" y="784440"/>
                <a:ext cx="133560" cy="133560"/>
              </a:xfrm>
              <a:custGeom>
                <a:avLst/>
                <a:gdLst>
                  <a:gd name="textAreaLeft" fmla="*/ -360 w 133560"/>
                  <a:gd name="textAreaRight" fmla="*/ 133560 w 133560"/>
                  <a:gd name="textAreaTop" fmla="*/ 0 h 133560"/>
                  <a:gd name="textAreaBottom" fmla="*/ 133920 h 13356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6960" bIns="66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" name="Google Shape;29;p2"/>
              <p:cNvSpPr/>
              <p:nvPr/>
            </p:nvSpPr>
            <p:spPr>
              <a:xfrm flipH="1">
                <a:off x="152280" y="815040"/>
                <a:ext cx="79920" cy="72720"/>
              </a:xfrm>
              <a:custGeom>
                <a:avLst/>
                <a:gdLst>
                  <a:gd name="textAreaLeft" fmla="*/ 360 w 79920"/>
                  <a:gd name="textAreaRight" fmla="*/ 80640 w 79920"/>
                  <a:gd name="textAreaTop" fmla="*/ 0 h 72720"/>
                  <a:gd name="textAreaBottom" fmla="*/ 73080 h 7272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360" bIns="363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3" name="Google Shape;30;p2"/>
            <p:cNvGrpSpPr/>
            <p:nvPr/>
          </p:nvGrpSpPr>
          <p:grpSpPr>
            <a:xfrm>
              <a:off x="124920" y="467640"/>
              <a:ext cx="133560" cy="133560"/>
              <a:chOff x="124920" y="467640"/>
              <a:chExt cx="133560" cy="133560"/>
            </a:xfrm>
          </p:grpSpPr>
          <p:sp>
            <p:nvSpPr>
              <p:cNvPr id="24" name="Google Shape;31;p2"/>
              <p:cNvSpPr/>
              <p:nvPr/>
            </p:nvSpPr>
            <p:spPr>
              <a:xfrm flipH="1">
                <a:off x="124560" y="467640"/>
                <a:ext cx="133560" cy="133560"/>
              </a:xfrm>
              <a:custGeom>
                <a:avLst/>
                <a:gdLst>
                  <a:gd name="textAreaLeft" fmla="*/ -360 w 133560"/>
                  <a:gd name="textAreaRight" fmla="*/ 133560 w 133560"/>
                  <a:gd name="textAreaTop" fmla="*/ 0 h 133560"/>
                  <a:gd name="textAreaBottom" fmla="*/ 133920 h 13356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6960" bIns="66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" name="Google Shape;32;p2"/>
              <p:cNvSpPr/>
              <p:nvPr/>
            </p:nvSpPr>
            <p:spPr>
              <a:xfrm flipH="1">
                <a:off x="152280" y="498240"/>
                <a:ext cx="79920" cy="72720"/>
              </a:xfrm>
              <a:custGeom>
                <a:avLst/>
                <a:gdLst>
                  <a:gd name="textAreaLeft" fmla="*/ 360 w 79920"/>
                  <a:gd name="textAreaRight" fmla="*/ 80640 w 79920"/>
                  <a:gd name="textAreaTop" fmla="*/ 0 h 72720"/>
                  <a:gd name="textAreaBottom" fmla="*/ 73080 h 7272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360" bIns="363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26" name="Google Shape;33;p2"/>
          <p:cNvGrpSpPr/>
          <p:nvPr/>
        </p:nvGrpSpPr>
        <p:grpSpPr>
          <a:xfrm>
            <a:off x="6385680" y="3039840"/>
            <a:ext cx="3920040" cy="3213360"/>
            <a:chOff x="6385680" y="3039840"/>
            <a:chExt cx="3920040" cy="3213360"/>
          </a:xfrm>
        </p:grpSpPr>
        <p:pic>
          <p:nvPicPr>
            <p:cNvPr id="27" name="Google Shape;34;p2"/>
            <p:cNvPicPr/>
            <p:nvPr/>
          </p:nvPicPr>
          <p:blipFill>
            <a:blip r:embed="rId4"/>
            <a:srcRect l="16959" t="24713" r="7122" b="26173"/>
            <a:stretch/>
          </p:blipFill>
          <p:spPr>
            <a:xfrm>
              <a:off x="6385680" y="3261240"/>
              <a:ext cx="3920040" cy="29919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8" name="Google Shape;35;p2"/>
            <p:cNvSpPr/>
            <p:nvPr/>
          </p:nvSpPr>
          <p:spPr>
            <a:xfrm rot="10800000">
              <a:off x="7612200" y="313812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" name="Google Shape;36;p2"/>
            <p:cNvSpPr/>
            <p:nvPr/>
          </p:nvSpPr>
          <p:spPr>
            <a:xfrm rot="10800000">
              <a:off x="7771320" y="313884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30" name="Google Shape;37;p2"/>
            <p:cNvGrpSpPr/>
            <p:nvPr/>
          </p:nvGrpSpPr>
          <p:grpSpPr>
            <a:xfrm>
              <a:off x="7356600" y="3916440"/>
              <a:ext cx="581760" cy="582120"/>
              <a:chOff x="7356600" y="3916440"/>
              <a:chExt cx="581760" cy="582120"/>
            </a:xfrm>
          </p:grpSpPr>
          <p:sp>
            <p:nvSpPr>
              <p:cNvPr id="31" name="Google Shape;38;p2"/>
              <p:cNvSpPr/>
              <p:nvPr/>
            </p:nvSpPr>
            <p:spPr>
              <a:xfrm>
                <a:off x="7356600" y="437544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8" h="4937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" name="Google Shape;39;p2"/>
              <p:cNvSpPr/>
              <p:nvPr/>
            </p:nvSpPr>
            <p:spPr>
              <a:xfrm>
                <a:off x="7432920" y="4298760"/>
                <a:ext cx="123120" cy="12348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480"/>
                  <a:gd name="textAreaBottom" fmla="*/ 123840 h 1234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920" bIns="61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" name="Google Shape;40;p2"/>
              <p:cNvSpPr/>
              <p:nvPr/>
            </p:nvSpPr>
            <p:spPr>
              <a:xfrm>
                <a:off x="7509240" y="4222440"/>
                <a:ext cx="123480" cy="1231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53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4" name="Google Shape;41;p2"/>
              <p:cNvSpPr/>
              <p:nvPr/>
            </p:nvSpPr>
            <p:spPr>
              <a:xfrm>
                <a:off x="7585560" y="4146120"/>
                <a:ext cx="123480" cy="1231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53" h="4937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" name="Google Shape;42;p2"/>
              <p:cNvSpPr/>
              <p:nvPr/>
            </p:nvSpPr>
            <p:spPr>
              <a:xfrm>
                <a:off x="7662600" y="406980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7" h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" name="Google Shape;43;p2"/>
              <p:cNvSpPr/>
              <p:nvPr/>
            </p:nvSpPr>
            <p:spPr>
              <a:xfrm>
                <a:off x="7738560" y="399312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8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" name="Google Shape;44;p2"/>
              <p:cNvSpPr/>
              <p:nvPr/>
            </p:nvSpPr>
            <p:spPr>
              <a:xfrm>
                <a:off x="7815240" y="3916440"/>
                <a:ext cx="123120" cy="12348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480"/>
                  <a:gd name="textAreaBottom" fmla="*/ 123840 h 1234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920" bIns="61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38" name="Google Shape;45;p2"/>
            <p:cNvSpPr/>
            <p:nvPr/>
          </p:nvSpPr>
          <p:spPr>
            <a:xfrm>
              <a:off x="8506800" y="3039840"/>
              <a:ext cx="480600" cy="475560"/>
            </a:xfrm>
            <a:custGeom>
              <a:avLst/>
              <a:gdLst>
                <a:gd name="textAreaLeft" fmla="*/ 0 w 480600"/>
                <a:gd name="textAreaRight" fmla="*/ 480960 w 480600"/>
                <a:gd name="textAreaTop" fmla="*/ 0 h 475560"/>
                <a:gd name="textAreaBottom" fmla="*/ 475920 h 475560"/>
              </a:gdLst>
              <a:ahLst/>
              <a:cxnLst/>
              <a:rect l="textAreaLeft" t="textAreaTop" r="textAreaRight" b="textAreaBottom"/>
              <a:pathLst>
                <a:path w="36171" h="3579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>
                    <a:alpha val="47000"/>
                  </a:srgbClr>
                </a:gs>
                <a:gs pos="78000">
                  <a:srgbClr val="F5F8FF">
                    <a:alpha val="47000"/>
                  </a:srgbClr>
                </a:gs>
                <a:gs pos="100000">
                  <a:srgbClr val="F5F8FF">
                    <a:alpha val="4700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39" name="Google Shape;46;p2"/>
            <p:cNvGrpSpPr/>
            <p:nvPr/>
          </p:nvGrpSpPr>
          <p:grpSpPr>
            <a:xfrm>
              <a:off x="8413920" y="3689280"/>
              <a:ext cx="699840" cy="1650600"/>
              <a:chOff x="8413920" y="3689280"/>
              <a:chExt cx="699840" cy="1650600"/>
            </a:xfrm>
          </p:grpSpPr>
          <p:sp>
            <p:nvSpPr>
              <p:cNvPr id="40" name="Google Shape;47;p2"/>
              <p:cNvSpPr/>
              <p:nvPr/>
            </p:nvSpPr>
            <p:spPr>
              <a:xfrm>
                <a:off x="8413920" y="3689280"/>
                <a:ext cx="482760" cy="1013400"/>
              </a:xfrm>
              <a:custGeom>
                <a:avLst/>
                <a:gdLst>
                  <a:gd name="textAreaLeft" fmla="*/ 0 w 482760"/>
                  <a:gd name="textAreaRight" fmla="*/ 483120 w 482760"/>
                  <a:gd name="textAreaTop" fmla="*/ 0 h 1013400"/>
                  <a:gd name="textAreaBottom" fmla="*/ 1013760 h 1013400"/>
                </a:gdLst>
                <a:ahLst/>
                <a:cxnLst/>
                <a:rect l="textAreaLeft" t="textAreaTop" r="textAreaRight" b="textAreaBottom"/>
                <a:pathLst>
                  <a:path w="11779" h="24714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" name="Google Shape;48;p2"/>
              <p:cNvSpPr/>
              <p:nvPr/>
            </p:nvSpPr>
            <p:spPr>
              <a:xfrm>
                <a:off x="8774640" y="4113360"/>
                <a:ext cx="246600" cy="122652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" name="Google Shape;49;p2"/>
              <p:cNvSpPr/>
              <p:nvPr/>
            </p:nvSpPr>
            <p:spPr>
              <a:xfrm>
                <a:off x="8867160" y="4020480"/>
                <a:ext cx="246600" cy="122652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3" name="Google Shape;50;p2"/>
            <p:cNvGrpSpPr/>
            <p:nvPr/>
          </p:nvGrpSpPr>
          <p:grpSpPr>
            <a:xfrm>
              <a:off x="8021520" y="4498560"/>
              <a:ext cx="904320" cy="725760"/>
              <a:chOff x="8021520" y="4498560"/>
              <a:chExt cx="904320" cy="725760"/>
            </a:xfrm>
          </p:grpSpPr>
          <p:sp>
            <p:nvSpPr>
              <p:cNvPr id="44" name="Google Shape;51;p2"/>
              <p:cNvSpPr/>
              <p:nvPr/>
            </p:nvSpPr>
            <p:spPr>
              <a:xfrm>
                <a:off x="8253000" y="4641840"/>
                <a:ext cx="672840" cy="582480"/>
              </a:xfrm>
              <a:custGeom>
                <a:avLst/>
                <a:gdLst>
                  <a:gd name="textAreaLeft" fmla="*/ 0 w 672840"/>
                  <a:gd name="textAreaRight" fmla="*/ 673200 w 672840"/>
                  <a:gd name="textAreaTop" fmla="*/ 0 h 582480"/>
                  <a:gd name="textAreaBottom" fmla="*/ 582840 h 5824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5" name="Google Shape;52;p2"/>
              <p:cNvSpPr/>
              <p:nvPr/>
            </p:nvSpPr>
            <p:spPr>
              <a:xfrm>
                <a:off x="8240400" y="449856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6" name="Google Shape;53;p2"/>
              <p:cNvSpPr/>
              <p:nvPr/>
            </p:nvSpPr>
            <p:spPr>
              <a:xfrm>
                <a:off x="8021520" y="464184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096920" y="816480"/>
            <a:ext cx="6974280" cy="2326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48" name="Google Shape;56;p2"/>
          <p:cNvGrpSpPr/>
          <p:nvPr/>
        </p:nvGrpSpPr>
        <p:grpSpPr>
          <a:xfrm>
            <a:off x="-309600" y="3618000"/>
            <a:ext cx="1447920" cy="2238120"/>
            <a:chOff x="-309600" y="3618000"/>
            <a:chExt cx="1447920" cy="2238120"/>
          </a:xfrm>
        </p:grpSpPr>
        <p:grpSp>
          <p:nvGrpSpPr>
            <p:cNvPr id="49" name="Google Shape;57;p2"/>
            <p:cNvGrpSpPr/>
            <p:nvPr/>
          </p:nvGrpSpPr>
          <p:grpSpPr>
            <a:xfrm>
              <a:off x="-276480" y="3870720"/>
              <a:ext cx="981360" cy="1985400"/>
              <a:chOff x="-276480" y="3870720"/>
              <a:chExt cx="981360" cy="1985400"/>
            </a:xfrm>
          </p:grpSpPr>
          <p:sp>
            <p:nvSpPr>
              <p:cNvPr id="50" name="Google Shape;58;p2"/>
              <p:cNvSpPr/>
              <p:nvPr/>
            </p:nvSpPr>
            <p:spPr>
              <a:xfrm rot="10800000">
                <a:off x="-276120" y="3870720"/>
                <a:ext cx="844200" cy="1985040"/>
              </a:xfrm>
              <a:custGeom>
                <a:avLst/>
                <a:gdLst>
                  <a:gd name="textAreaLeft" fmla="*/ 0 w 844200"/>
                  <a:gd name="textAreaRight" fmla="*/ 844560 w 844200"/>
                  <a:gd name="textAreaTop" fmla="*/ 0 h 1985040"/>
                  <a:gd name="textAreaBottom" fmla="*/ 1985400 h 198504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1" name="Google Shape;59;p2"/>
              <p:cNvSpPr/>
              <p:nvPr/>
            </p:nvSpPr>
            <p:spPr>
              <a:xfrm rot="10800000">
                <a:off x="-138960" y="3871080"/>
                <a:ext cx="844200" cy="1985040"/>
              </a:xfrm>
              <a:custGeom>
                <a:avLst/>
                <a:gdLst>
                  <a:gd name="textAreaLeft" fmla="*/ 0 w 844200"/>
                  <a:gd name="textAreaRight" fmla="*/ 844560 w 844200"/>
                  <a:gd name="textAreaTop" fmla="*/ 0 h 1985040"/>
                  <a:gd name="textAreaBottom" fmla="*/ 1985400 h 198504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2" name="Google Shape;60;p2"/>
            <p:cNvGrpSpPr/>
            <p:nvPr/>
          </p:nvGrpSpPr>
          <p:grpSpPr>
            <a:xfrm>
              <a:off x="363240" y="4906800"/>
              <a:ext cx="699120" cy="478080"/>
              <a:chOff x="363240" y="4906800"/>
              <a:chExt cx="699120" cy="478080"/>
            </a:xfrm>
          </p:grpSpPr>
          <p:grpSp>
            <p:nvGrpSpPr>
              <p:cNvPr id="53" name="Google Shape;61;p2"/>
              <p:cNvGrpSpPr/>
              <p:nvPr/>
            </p:nvGrpSpPr>
            <p:grpSpPr>
              <a:xfrm>
                <a:off x="363240" y="4906800"/>
                <a:ext cx="478080" cy="478080"/>
                <a:chOff x="363240" y="4906800"/>
                <a:chExt cx="478080" cy="478080"/>
              </a:xfrm>
            </p:grpSpPr>
            <p:sp>
              <p:nvSpPr>
                <p:cNvPr id="54" name="Google Shape;62;p2"/>
                <p:cNvSpPr/>
                <p:nvPr/>
              </p:nvSpPr>
              <p:spPr>
                <a:xfrm rot="2700000">
                  <a:off x="429480" y="4980240"/>
                  <a:ext cx="345240" cy="330840"/>
                </a:xfrm>
                <a:custGeom>
                  <a:avLst/>
                  <a:gdLst>
                    <a:gd name="textAreaLeft" fmla="*/ 0 w 345240"/>
                    <a:gd name="textAreaRight" fmla="*/ 345600 w 345240"/>
                    <a:gd name="textAreaTop" fmla="*/ 0 h 330840"/>
                    <a:gd name="textAreaBottom" fmla="*/ 331200 h 33084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9900FF">
                        <a:alpha val="29000"/>
                      </a:srgbClr>
                    </a:gs>
                  </a:gsLst>
                  <a:path path="circle">
                    <a:fillToRect r="100000" b="10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55" name="Google Shape;63;p2"/>
                <p:cNvGrpSpPr/>
                <p:nvPr/>
              </p:nvGrpSpPr>
              <p:grpSpPr>
                <a:xfrm>
                  <a:off x="408240" y="5007600"/>
                  <a:ext cx="387360" cy="223200"/>
                  <a:chOff x="408240" y="5007600"/>
                  <a:chExt cx="387360" cy="223200"/>
                </a:xfrm>
              </p:grpSpPr>
              <p:sp>
                <p:nvSpPr>
                  <p:cNvPr id="56" name="Google Shape;64;p2"/>
                  <p:cNvSpPr/>
                  <p:nvPr/>
                </p:nvSpPr>
                <p:spPr>
                  <a:xfrm rot="2700000">
                    <a:off x="441000" y="5040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7" name="Google Shape;65;p2"/>
                  <p:cNvSpPr/>
                  <p:nvPr/>
                </p:nvSpPr>
                <p:spPr>
                  <a:xfrm rot="2700000">
                    <a:off x="482040" y="50403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8" name="Google Shape;66;p2"/>
                  <p:cNvSpPr/>
                  <p:nvPr/>
                </p:nvSpPr>
                <p:spPr>
                  <a:xfrm rot="2700000">
                    <a:off x="523080" y="5040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9" name="Google Shape;67;p2"/>
                  <p:cNvSpPr/>
                  <p:nvPr/>
                </p:nvSpPr>
                <p:spPr>
                  <a:xfrm rot="2700000">
                    <a:off x="564120" y="5040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60" name="Google Shape;68;p2"/>
                  <p:cNvSpPr/>
                  <p:nvPr/>
                </p:nvSpPr>
                <p:spPr>
                  <a:xfrm rot="2700000">
                    <a:off x="605160" y="50403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61" name="Google Shape;69;p2"/>
              <p:cNvSpPr/>
              <p:nvPr/>
            </p:nvSpPr>
            <p:spPr>
              <a:xfrm rot="18900000">
                <a:off x="694440" y="4986000"/>
                <a:ext cx="324360" cy="257760"/>
              </a:xfrm>
              <a:custGeom>
                <a:avLst/>
                <a:gdLst>
                  <a:gd name="textAreaLeft" fmla="*/ 0 w 324360"/>
                  <a:gd name="textAreaRight" fmla="*/ 324720 w 324360"/>
                  <a:gd name="textAreaTop" fmla="*/ 0 h 257760"/>
                  <a:gd name="textAreaBottom" fmla="*/ 258120 h 2577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2" name="Google Shape;70;p2"/>
            <p:cNvGrpSpPr/>
            <p:nvPr/>
          </p:nvGrpSpPr>
          <p:grpSpPr>
            <a:xfrm>
              <a:off x="-309600" y="3618000"/>
              <a:ext cx="1047240" cy="1350720"/>
              <a:chOff x="-309600" y="3618000"/>
              <a:chExt cx="1047240" cy="1350720"/>
            </a:xfrm>
          </p:grpSpPr>
          <p:sp>
            <p:nvSpPr>
              <p:cNvPr id="63" name="Google Shape;71;p2"/>
              <p:cNvSpPr/>
              <p:nvPr/>
            </p:nvSpPr>
            <p:spPr>
              <a:xfrm rot="13500000">
                <a:off x="37080" y="4271400"/>
                <a:ext cx="581760" cy="57564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75640"/>
                  <a:gd name="textAreaBottom" fmla="*/ 576000 h 57564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4" name="Google Shape;72;p2"/>
              <p:cNvSpPr/>
              <p:nvPr/>
            </p:nvSpPr>
            <p:spPr>
              <a:xfrm rot="13500000">
                <a:off x="-38880" y="4087080"/>
                <a:ext cx="581760" cy="57564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75640"/>
                  <a:gd name="textAreaBottom" fmla="*/ 576000 h 57564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5" name="Google Shape;73;p2"/>
              <p:cNvSpPr/>
              <p:nvPr/>
            </p:nvSpPr>
            <p:spPr>
              <a:xfrm rot="13500000">
                <a:off x="-115200" y="3923280"/>
                <a:ext cx="581760" cy="57564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75640"/>
                  <a:gd name="textAreaBottom" fmla="*/ 576000 h 57564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" name="Google Shape;74;p2"/>
              <p:cNvSpPr/>
              <p:nvPr/>
            </p:nvSpPr>
            <p:spPr>
              <a:xfrm rot="13500000">
                <a:off x="-191160" y="3738960"/>
                <a:ext cx="581760" cy="57564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75640"/>
                  <a:gd name="textAreaBottom" fmla="*/ 576000 h 57564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7" name="Google Shape;75;p2"/>
            <p:cNvGrpSpPr/>
            <p:nvPr/>
          </p:nvGrpSpPr>
          <p:grpSpPr>
            <a:xfrm>
              <a:off x="439200" y="4567320"/>
              <a:ext cx="699120" cy="478080"/>
              <a:chOff x="439200" y="4567320"/>
              <a:chExt cx="699120" cy="478080"/>
            </a:xfrm>
          </p:grpSpPr>
          <p:grpSp>
            <p:nvGrpSpPr>
              <p:cNvPr id="68" name="Google Shape;76;p2"/>
              <p:cNvGrpSpPr/>
              <p:nvPr/>
            </p:nvGrpSpPr>
            <p:grpSpPr>
              <a:xfrm>
                <a:off x="439200" y="4567320"/>
                <a:ext cx="478080" cy="478080"/>
                <a:chOff x="439200" y="4567320"/>
                <a:chExt cx="478080" cy="478080"/>
              </a:xfrm>
            </p:grpSpPr>
            <p:sp>
              <p:nvSpPr>
                <p:cNvPr id="69" name="Google Shape;77;p2"/>
                <p:cNvSpPr/>
                <p:nvPr/>
              </p:nvSpPr>
              <p:spPr>
                <a:xfrm rot="2700000">
                  <a:off x="505440" y="4640760"/>
                  <a:ext cx="345240" cy="330840"/>
                </a:xfrm>
                <a:custGeom>
                  <a:avLst/>
                  <a:gdLst>
                    <a:gd name="textAreaLeft" fmla="*/ 0 w 345240"/>
                    <a:gd name="textAreaRight" fmla="*/ 345600 w 345240"/>
                    <a:gd name="textAreaTop" fmla="*/ 0 h 330840"/>
                    <a:gd name="textAreaBottom" fmla="*/ 331200 h 33084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9900FF">
                        <a:alpha val="29000"/>
                      </a:srgbClr>
                    </a:gs>
                  </a:gsLst>
                  <a:path path="circle">
                    <a:fillToRect r="100000" b="10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70" name="Google Shape;78;p2"/>
                <p:cNvGrpSpPr/>
                <p:nvPr/>
              </p:nvGrpSpPr>
              <p:grpSpPr>
                <a:xfrm>
                  <a:off x="483840" y="4668120"/>
                  <a:ext cx="387360" cy="223200"/>
                  <a:chOff x="483840" y="4668120"/>
                  <a:chExt cx="387360" cy="223200"/>
                </a:xfrm>
              </p:grpSpPr>
              <p:sp>
                <p:nvSpPr>
                  <p:cNvPr id="71" name="Google Shape;79;p2"/>
                  <p:cNvSpPr/>
                  <p:nvPr/>
                </p:nvSpPr>
                <p:spPr>
                  <a:xfrm rot="2700000">
                    <a:off x="516600" y="470052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2" name="Google Shape;80;p2"/>
                  <p:cNvSpPr/>
                  <p:nvPr/>
                </p:nvSpPr>
                <p:spPr>
                  <a:xfrm rot="2700000">
                    <a:off x="557640" y="470088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3" name="Google Shape;81;p2"/>
                  <p:cNvSpPr/>
                  <p:nvPr/>
                </p:nvSpPr>
                <p:spPr>
                  <a:xfrm rot="2700000">
                    <a:off x="599040" y="470052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4" name="Google Shape;82;p2"/>
                  <p:cNvSpPr/>
                  <p:nvPr/>
                </p:nvSpPr>
                <p:spPr>
                  <a:xfrm rot="2700000">
                    <a:off x="639720" y="470052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5" name="Google Shape;83;p2"/>
                  <p:cNvSpPr/>
                  <p:nvPr/>
                </p:nvSpPr>
                <p:spPr>
                  <a:xfrm rot="2700000">
                    <a:off x="680760" y="470088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76" name="Google Shape;84;p2"/>
              <p:cNvSpPr/>
              <p:nvPr/>
            </p:nvSpPr>
            <p:spPr>
              <a:xfrm rot="18900000">
                <a:off x="770400" y="4646520"/>
                <a:ext cx="324360" cy="257760"/>
              </a:xfrm>
              <a:custGeom>
                <a:avLst/>
                <a:gdLst>
                  <a:gd name="textAreaLeft" fmla="*/ 0 w 324360"/>
                  <a:gd name="textAreaRight" fmla="*/ 324720 w 324360"/>
                  <a:gd name="textAreaTop" fmla="*/ 0 h 257760"/>
                  <a:gd name="textAreaBottom" fmla="*/ 258120 h 2577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77" name="Google Shape;85;p2"/>
            <p:cNvGrpSpPr/>
            <p:nvPr/>
          </p:nvGrpSpPr>
          <p:grpSpPr>
            <a:xfrm>
              <a:off x="-64800" y="4623840"/>
              <a:ext cx="698760" cy="478080"/>
              <a:chOff x="-64800" y="4623840"/>
              <a:chExt cx="698760" cy="478080"/>
            </a:xfrm>
          </p:grpSpPr>
          <p:grpSp>
            <p:nvGrpSpPr>
              <p:cNvPr id="78" name="Google Shape;86;p2"/>
              <p:cNvGrpSpPr/>
              <p:nvPr/>
            </p:nvGrpSpPr>
            <p:grpSpPr>
              <a:xfrm>
                <a:off x="-64800" y="4623840"/>
                <a:ext cx="478080" cy="478080"/>
                <a:chOff x="-64800" y="4623840"/>
                <a:chExt cx="478080" cy="478080"/>
              </a:xfrm>
            </p:grpSpPr>
            <p:sp>
              <p:nvSpPr>
                <p:cNvPr id="79" name="Google Shape;87;p2"/>
                <p:cNvSpPr/>
                <p:nvPr/>
              </p:nvSpPr>
              <p:spPr>
                <a:xfrm rot="2700000">
                  <a:off x="1440" y="4697280"/>
                  <a:ext cx="345240" cy="330840"/>
                </a:xfrm>
                <a:custGeom>
                  <a:avLst/>
                  <a:gdLst>
                    <a:gd name="textAreaLeft" fmla="*/ 0 w 345240"/>
                    <a:gd name="textAreaRight" fmla="*/ 345600 w 345240"/>
                    <a:gd name="textAreaTop" fmla="*/ 0 h 330840"/>
                    <a:gd name="textAreaBottom" fmla="*/ 331200 h 33084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9900FF">
                        <a:alpha val="29000"/>
                      </a:srgbClr>
                    </a:gs>
                  </a:gsLst>
                  <a:path path="circle">
                    <a:fillToRect r="100000" b="10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80" name="Google Shape;88;p2"/>
                <p:cNvGrpSpPr/>
                <p:nvPr/>
              </p:nvGrpSpPr>
              <p:grpSpPr>
                <a:xfrm>
                  <a:off x="-20160" y="4724640"/>
                  <a:ext cx="387360" cy="223200"/>
                  <a:chOff x="-20160" y="4724640"/>
                  <a:chExt cx="387360" cy="223200"/>
                </a:xfrm>
              </p:grpSpPr>
              <p:sp>
                <p:nvSpPr>
                  <p:cNvPr id="81" name="Google Shape;89;p2"/>
                  <p:cNvSpPr/>
                  <p:nvPr/>
                </p:nvSpPr>
                <p:spPr>
                  <a:xfrm rot="2700000">
                    <a:off x="12240" y="475704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2" name="Google Shape;90;p2"/>
                  <p:cNvSpPr/>
                  <p:nvPr/>
                </p:nvSpPr>
                <p:spPr>
                  <a:xfrm rot="2700000">
                    <a:off x="53280" y="47574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3" name="Google Shape;91;p2"/>
                  <p:cNvSpPr/>
                  <p:nvPr/>
                </p:nvSpPr>
                <p:spPr>
                  <a:xfrm rot="2700000">
                    <a:off x="94320" y="475704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4" name="Google Shape;92;p2"/>
                  <p:cNvSpPr/>
                  <p:nvPr/>
                </p:nvSpPr>
                <p:spPr>
                  <a:xfrm rot="2700000">
                    <a:off x="135360" y="475704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5" name="Google Shape;93;p2"/>
                  <p:cNvSpPr/>
                  <p:nvPr/>
                </p:nvSpPr>
                <p:spPr>
                  <a:xfrm rot="2700000">
                    <a:off x="176400" y="47574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86" name="Google Shape;94;p2"/>
              <p:cNvSpPr/>
              <p:nvPr/>
            </p:nvSpPr>
            <p:spPr>
              <a:xfrm rot="18900000">
                <a:off x="266040" y="4703040"/>
                <a:ext cx="324360" cy="257760"/>
              </a:xfrm>
              <a:custGeom>
                <a:avLst/>
                <a:gdLst>
                  <a:gd name="textAreaLeft" fmla="*/ 0 w 324360"/>
                  <a:gd name="textAreaRight" fmla="*/ 324720 w 324360"/>
                  <a:gd name="textAreaTop" fmla="*/ 0 h 257760"/>
                  <a:gd name="textAreaBottom" fmla="*/ 258120 h 2577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3" r:id="rId1"/>
    <p:sldLayoutId id="2147483684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PlaceHolder 1"/>
          <p:cNvSpPr>
            <a:spLocks noGrp="1"/>
          </p:cNvSpPr>
          <p:nvPr>
            <p:ph type="subTitle"/>
          </p:nvPr>
        </p:nvSpPr>
        <p:spPr>
          <a:xfrm>
            <a:off x="1008394" y="1885715"/>
            <a:ext cx="4885920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dirty="0" err="1"/>
              <a:t>B.Sc</a:t>
            </a:r>
            <a:r>
              <a:rPr lang="en-US" sz="1600" dirty="0"/>
              <a:t> (Hons) Mathematics – Semester VI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50" name="PlaceHolder 2"/>
          <p:cNvSpPr>
            <a:spLocks noGrp="1"/>
          </p:cNvSpPr>
          <p:nvPr>
            <p:ph type="title"/>
          </p:nvPr>
        </p:nvSpPr>
        <p:spPr>
          <a:xfrm>
            <a:off x="862832" y="1055910"/>
            <a:ext cx="8073536" cy="906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en-US" sz="48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IBM Plex Mono" panose="020B0509050203000203" pitchFamily="49" charset="0"/>
              </a:rPr>
              <a:t>Research Methodology</a:t>
            </a:r>
            <a:endParaRPr lang="fr-FR" sz="4500" b="1" u="none" strike="noStrike" dirty="0">
              <a:solidFill>
                <a:schemeClr val="bg2">
                  <a:lumMod val="60000"/>
                  <a:lumOff val="40000"/>
                </a:schemeClr>
              </a:solidFill>
              <a:effectLst/>
              <a:uFillTx/>
              <a:latin typeface="IBM Plex Mono" panose="020B0509050203000203" pitchFamily="49" charset="0"/>
            </a:endParaRPr>
          </a:p>
        </p:txBody>
      </p:sp>
      <p:grpSp>
        <p:nvGrpSpPr>
          <p:cNvPr id="1351" name="Google Shape;1432;p35"/>
          <p:cNvGrpSpPr/>
          <p:nvPr/>
        </p:nvGrpSpPr>
        <p:grpSpPr>
          <a:xfrm>
            <a:off x="1096560" y="2228075"/>
            <a:ext cx="3936600" cy="133560"/>
            <a:chOff x="1096560" y="3242880"/>
            <a:chExt cx="3936600" cy="133560"/>
          </a:xfrm>
        </p:grpSpPr>
        <p:cxnSp>
          <p:nvCxnSpPr>
            <p:cNvPr id="1352" name="Google Shape;1433;p35"/>
            <p:cNvCxnSpPr/>
            <p:nvPr/>
          </p:nvCxnSpPr>
          <p:spPr>
            <a:xfrm>
              <a:off x="1096560" y="3309840"/>
              <a:ext cx="3841200" cy="360"/>
            </a:xfrm>
            <a:prstGeom prst="straightConnector1">
              <a:avLst/>
            </a:prstGeom>
            <a:ln w="9525">
              <a:solidFill>
                <a:srgbClr val="0C0A9E"/>
              </a:solidFill>
              <a:round/>
            </a:ln>
          </p:spPr>
        </p:cxnSp>
        <p:grpSp>
          <p:nvGrpSpPr>
            <p:cNvPr id="1353" name="Google Shape;1434;p35"/>
            <p:cNvGrpSpPr/>
            <p:nvPr/>
          </p:nvGrpSpPr>
          <p:grpSpPr>
            <a:xfrm>
              <a:off x="4899600" y="3242880"/>
              <a:ext cx="133560" cy="133560"/>
              <a:chOff x="4899600" y="3242880"/>
              <a:chExt cx="133560" cy="133560"/>
            </a:xfrm>
          </p:grpSpPr>
          <p:sp>
            <p:nvSpPr>
              <p:cNvPr id="1354" name="Google Shape;1435;p35"/>
              <p:cNvSpPr/>
              <p:nvPr/>
            </p:nvSpPr>
            <p:spPr>
              <a:xfrm>
                <a:off x="4929480" y="327312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55" name="Google Shape;1436;p35"/>
              <p:cNvSpPr/>
              <p:nvPr/>
            </p:nvSpPr>
            <p:spPr>
              <a:xfrm>
                <a:off x="4899600" y="324288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160" bIns="471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356" name="Google Shape;1437;p35"/>
          <p:cNvGrpSpPr/>
          <p:nvPr/>
        </p:nvGrpSpPr>
        <p:grpSpPr>
          <a:xfrm>
            <a:off x="8017920" y="-313560"/>
            <a:ext cx="133560" cy="1890360"/>
            <a:chOff x="8017920" y="-313560"/>
            <a:chExt cx="133560" cy="1890360"/>
          </a:xfrm>
        </p:grpSpPr>
        <p:sp>
          <p:nvSpPr>
            <p:cNvPr id="1357" name="Google Shape;1438;p35"/>
            <p:cNvSpPr/>
            <p:nvPr/>
          </p:nvSpPr>
          <p:spPr>
            <a:xfrm rot="5400000">
              <a:off x="8017920" y="1443240"/>
              <a:ext cx="133560" cy="133560"/>
            </a:xfrm>
            <a:prstGeom prst="ellipse">
              <a:avLst/>
            </a:prstGeom>
            <a:noFill/>
            <a:ln w="9525">
              <a:solidFill>
                <a:srgbClr val="0C0A9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160" bIns="47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1358" name="Google Shape;1439;p35"/>
            <p:cNvCxnSpPr/>
            <p:nvPr/>
          </p:nvCxnSpPr>
          <p:spPr>
            <a:xfrm>
              <a:off x="8084160" y="-313560"/>
              <a:ext cx="360" cy="1794960"/>
            </a:xfrm>
            <a:prstGeom prst="straightConnector1">
              <a:avLst/>
            </a:prstGeom>
            <a:ln w="9525">
              <a:solidFill>
                <a:srgbClr val="0C0A9E"/>
              </a:solidFill>
              <a:round/>
            </a:ln>
          </p:spPr>
        </p:cxnSp>
        <p:sp>
          <p:nvSpPr>
            <p:cNvPr id="1359" name="Google Shape;1440;p35"/>
            <p:cNvSpPr/>
            <p:nvPr/>
          </p:nvSpPr>
          <p:spPr>
            <a:xfrm rot="5400000">
              <a:off x="8047800" y="1473480"/>
              <a:ext cx="73440" cy="734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360" name="Google Shape;1441;p35"/>
          <p:cNvGrpSpPr/>
          <p:nvPr/>
        </p:nvGrpSpPr>
        <p:grpSpPr>
          <a:xfrm>
            <a:off x="6309360" y="957600"/>
            <a:ext cx="3504960" cy="5118840"/>
            <a:chOff x="6309360" y="957600"/>
            <a:chExt cx="3504960" cy="5118840"/>
          </a:xfrm>
        </p:grpSpPr>
        <p:sp>
          <p:nvSpPr>
            <p:cNvPr id="1361" name="Google Shape;1442;p35"/>
            <p:cNvSpPr/>
            <p:nvPr/>
          </p:nvSpPr>
          <p:spPr>
            <a:xfrm>
              <a:off x="6309360" y="957600"/>
              <a:ext cx="3152880" cy="5118840"/>
            </a:xfrm>
            <a:custGeom>
              <a:avLst/>
              <a:gdLst>
                <a:gd name="textAreaLeft" fmla="*/ 0 w 3152880"/>
                <a:gd name="textAreaRight" fmla="*/ 3153240 w 3152880"/>
                <a:gd name="textAreaTop" fmla="*/ 0 h 5118840"/>
                <a:gd name="textAreaBottom" fmla="*/ 5119200 h 511884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362" name="Google Shape;1443;p35"/>
            <p:cNvGrpSpPr/>
            <p:nvPr/>
          </p:nvGrpSpPr>
          <p:grpSpPr>
            <a:xfrm>
              <a:off x="7728480" y="3644640"/>
              <a:ext cx="133560" cy="133560"/>
              <a:chOff x="7728480" y="3644640"/>
              <a:chExt cx="133560" cy="133560"/>
            </a:xfrm>
          </p:grpSpPr>
          <p:sp>
            <p:nvSpPr>
              <p:cNvPr id="1363" name="Google Shape;1444;p35"/>
              <p:cNvSpPr/>
              <p:nvPr/>
            </p:nvSpPr>
            <p:spPr>
              <a:xfrm>
                <a:off x="7728480" y="364464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160" bIns="471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64" name="Google Shape;1445;p35"/>
              <p:cNvSpPr/>
              <p:nvPr/>
            </p:nvSpPr>
            <p:spPr>
              <a:xfrm>
                <a:off x="7747200" y="3663360"/>
                <a:ext cx="95760" cy="9576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65" name="Google Shape;1446;p35"/>
            <p:cNvGrpSpPr/>
            <p:nvPr/>
          </p:nvGrpSpPr>
          <p:grpSpPr>
            <a:xfrm>
              <a:off x="7344360" y="3270960"/>
              <a:ext cx="133560" cy="133560"/>
              <a:chOff x="7344360" y="3270960"/>
              <a:chExt cx="133560" cy="133560"/>
            </a:xfrm>
          </p:grpSpPr>
          <p:sp>
            <p:nvSpPr>
              <p:cNvPr id="1366" name="Google Shape;1447;p35"/>
              <p:cNvSpPr/>
              <p:nvPr/>
            </p:nvSpPr>
            <p:spPr>
              <a:xfrm>
                <a:off x="7344360" y="327096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160" bIns="471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67" name="Google Shape;1448;p35"/>
              <p:cNvSpPr/>
              <p:nvPr/>
            </p:nvSpPr>
            <p:spPr>
              <a:xfrm>
                <a:off x="7363440" y="3289680"/>
                <a:ext cx="95760" cy="9576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68" name="Google Shape;1449;p35"/>
            <p:cNvGrpSpPr/>
            <p:nvPr/>
          </p:nvGrpSpPr>
          <p:grpSpPr>
            <a:xfrm>
              <a:off x="8337960" y="2584440"/>
              <a:ext cx="133560" cy="133560"/>
              <a:chOff x="8337960" y="2584440"/>
              <a:chExt cx="133560" cy="133560"/>
            </a:xfrm>
          </p:grpSpPr>
          <p:sp>
            <p:nvSpPr>
              <p:cNvPr id="1369" name="Google Shape;1450;p35"/>
              <p:cNvSpPr/>
              <p:nvPr/>
            </p:nvSpPr>
            <p:spPr>
              <a:xfrm>
                <a:off x="8337960" y="258444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160" bIns="471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70" name="Google Shape;1451;p35"/>
              <p:cNvSpPr/>
              <p:nvPr/>
            </p:nvSpPr>
            <p:spPr>
              <a:xfrm>
                <a:off x="8356680" y="2603520"/>
                <a:ext cx="95760" cy="9576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371" name="Google Shape;1452;p35"/>
            <p:cNvSpPr/>
            <p:nvPr/>
          </p:nvSpPr>
          <p:spPr>
            <a:xfrm rot="5400000">
              <a:off x="7687440" y="1143360"/>
              <a:ext cx="1420560" cy="2832840"/>
            </a:xfrm>
            <a:custGeom>
              <a:avLst/>
              <a:gdLst>
                <a:gd name="textAreaLeft" fmla="*/ 0 w 1420560"/>
                <a:gd name="textAreaRight" fmla="*/ 1420920 w 1420560"/>
                <a:gd name="textAreaTop" fmla="*/ 0 h 2832840"/>
                <a:gd name="textAreaBottom" fmla="*/ 2833200 h 283284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108359C-24C7-C9C4-4B66-54AEC38D91D6}"/>
              </a:ext>
            </a:extLst>
          </p:cNvPr>
          <p:cNvSpPr txBox="1"/>
          <p:nvPr/>
        </p:nvSpPr>
        <p:spPr>
          <a:xfrm>
            <a:off x="1008394" y="2702760"/>
            <a:ext cx="228780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Group Members</a:t>
            </a:r>
            <a:br>
              <a:rPr lang="en-US" dirty="0"/>
            </a:br>
            <a:r>
              <a:rPr lang="en-US" dirty="0"/>
              <a:t>Kartik 7203</a:t>
            </a:r>
            <a:br>
              <a:rPr lang="en-US" dirty="0"/>
            </a:br>
            <a:r>
              <a:rPr lang="en-US" dirty="0"/>
              <a:t>Gautam 7194</a:t>
            </a:r>
            <a:br>
              <a:rPr lang="en-US" dirty="0"/>
            </a:br>
            <a:r>
              <a:rPr lang="en-US" dirty="0"/>
              <a:t>Vicky 7136</a:t>
            </a:r>
          </a:p>
          <a:p>
            <a:r>
              <a:rPr lang="en-US" dirty="0"/>
              <a:t>Fardin 7186</a:t>
            </a:r>
          </a:p>
          <a:p>
            <a:r>
              <a:rPr lang="en-US" dirty="0"/>
              <a:t>Aditya </a:t>
            </a:r>
            <a:r>
              <a:rPr lang="en-US" dirty="0" err="1"/>
              <a:t>Balotra</a:t>
            </a:r>
            <a:r>
              <a:rPr lang="en-US" dirty="0"/>
              <a:t> 7184</a:t>
            </a:r>
          </a:p>
          <a:p>
            <a:r>
              <a:rPr lang="en-US" dirty="0"/>
              <a:t>Keshav Mishra 7202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PlaceHolder 1"/>
          <p:cNvSpPr>
            <a:spLocks noGrp="1"/>
          </p:cNvSpPr>
          <p:nvPr>
            <p:ph type="title"/>
          </p:nvPr>
        </p:nvSpPr>
        <p:spPr>
          <a:xfrm>
            <a:off x="474840" y="409012"/>
            <a:ext cx="3142800" cy="6843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IBM Plex Mono" panose="020B0509050203000203" pitchFamily="49" charset="0"/>
              </a:rPr>
              <a:t>6.1 Audience</a:t>
            </a:r>
            <a:endParaRPr lang="fr-FR" sz="3000" b="1" u="none" strike="noStrike" dirty="0">
              <a:solidFill>
                <a:schemeClr val="bg1">
                  <a:lumMod val="50000"/>
                </a:schemeClr>
              </a:solidFill>
              <a:effectLst/>
              <a:uFillTx/>
              <a:latin typeface="IBM Plex Mono" panose="020B0509050203000203" pitchFamily="49" charset="0"/>
            </a:endParaRPr>
          </a:p>
        </p:txBody>
      </p:sp>
      <p:grpSp>
        <p:nvGrpSpPr>
          <p:cNvPr id="1374" name="Google Shape;1843;p46"/>
          <p:cNvGrpSpPr/>
          <p:nvPr/>
        </p:nvGrpSpPr>
        <p:grpSpPr>
          <a:xfrm>
            <a:off x="-74880" y="1766160"/>
            <a:ext cx="480600" cy="480600"/>
            <a:chOff x="-74880" y="1766160"/>
            <a:chExt cx="480600" cy="480600"/>
          </a:xfrm>
        </p:grpSpPr>
        <p:sp>
          <p:nvSpPr>
            <p:cNvPr id="1375" name="Google Shape;1844;p46"/>
            <p:cNvSpPr/>
            <p:nvPr/>
          </p:nvSpPr>
          <p:spPr>
            <a:xfrm>
              <a:off x="-74880" y="2145240"/>
              <a:ext cx="101520" cy="101520"/>
            </a:xfrm>
            <a:custGeom>
              <a:avLst/>
              <a:gdLst>
                <a:gd name="textAreaLeft" fmla="*/ 0 w 101520"/>
                <a:gd name="textAreaRight" fmla="*/ 101880 w 10152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938" h="4937">
                  <a:moveTo>
                    <a:pt x="1403" y="0"/>
                  </a:moveTo>
                  <a:lnTo>
                    <a:pt x="1" y="1402"/>
                  </a:lnTo>
                  <a:lnTo>
                    <a:pt x="3536" y="4937"/>
                  </a:lnTo>
                  <a:lnTo>
                    <a:pt x="4937" y="3535"/>
                  </a:lnTo>
                  <a:lnTo>
                    <a:pt x="1403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6" name="Google Shape;1845;p46"/>
            <p:cNvSpPr/>
            <p:nvPr/>
          </p:nvSpPr>
          <p:spPr>
            <a:xfrm>
              <a:off x="-11880" y="2082240"/>
              <a:ext cx="101520" cy="101880"/>
            </a:xfrm>
            <a:custGeom>
              <a:avLst/>
              <a:gdLst>
                <a:gd name="textAreaLeft" fmla="*/ 0 w 101520"/>
                <a:gd name="textAreaRight" fmla="*/ 101880 w 101520"/>
                <a:gd name="textAreaTop" fmla="*/ 0 h 101880"/>
                <a:gd name="textAreaBottom" fmla="*/ 102240 h 101880"/>
              </a:gdLst>
              <a:ahLst/>
              <a:cxnLst/>
              <a:rect l="textAreaLeft" t="textAreaTop" r="textAreaRight" b="textAreaBottom"/>
              <a:pathLst>
                <a:path w="4937" h="4953">
                  <a:moveTo>
                    <a:pt x="1402" y="1"/>
                  </a:moveTo>
                  <a:lnTo>
                    <a:pt x="0" y="1403"/>
                  </a:lnTo>
                  <a:lnTo>
                    <a:pt x="3535" y="4952"/>
                  </a:lnTo>
                  <a:lnTo>
                    <a:pt x="4937" y="3551"/>
                  </a:lnTo>
                  <a:lnTo>
                    <a:pt x="1402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1120" bIns="51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7" name="Google Shape;1846;p46"/>
            <p:cNvSpPr/>
            <p:nvPr/>
          </p:nvSpPr>
          <p:spPr>
            <a:xfrm>
              <a:off x="51480" y="2019240"/>
              <a:ext cx="101880" cy="101520"/>
            </a:xfrm>
            <a:custGeom>
              <a:avLst/>
              <a:gdLst>
                <a:gd name="textAreaLeft" fmla="*/ 0 w 101880"/>
                <a:gd name="textAreaRight" fmla="*/ 102240 w 10188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953" h="4938">
                  <a:moveTo>
                    <a:pt x="1402" y="1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35"/>
                  </a:lnTo>
                  <a:lnTo>
                    <a:pt x="1402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8" name="Google Shape;1847;p46"/>
            <p:cNvSpPr/>
            <p:nvPr/>
          </p:nvSpPr>
          <p:spPr>
            <a:xfrm>
              <a:off x="114480" y="1955880"/>
              <a:ext cx="101880" cy="101520"/>
            </a:xfrm>
            <a:custGeom>
              <a:avLst/>
              <a:gdLst>
                <a:gd name="textAreaLeft" fmla="*/ 0 w 101880"/>
                <a:gd name="textAreaRight" fmla="*/ 102240 w 10188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953" h="4937">
                  <a:moveTo>
                    <a:pt x="1402" y="0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50"/>
                  </a:lnTo>
                  <a:lnTo>
                    <a:pt x="1402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9" name="Google Shape;1848;p46"/>
            <p:cNvSpPr/>
            <p:nvPr/>
          </p:nvSpPr>
          <p:spPr>
            <a:xfrm>
              <a:off x="177840" y="1892880"/>
              <a:ext cx="101520" cy="101520"/>
            </a:xfrm>
            <a:custGeom>
              <a:avLst/>
              <a:gdLst>
                <a:gd name="textAreaLeft" fmla="*/ 0 w 101520"/>
                <a:gd name="textAreaRight" fmla="*/ 101880 w 10152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937" h="4937">
                  <a:moveTo>
                    <a:pt x="1402" y="0"/>
                  </a:moveTo>
                  <a:lnTo>
                    <a:pt x="0" y="1386"/>
                  </a:lnTo>
                  <a:lnTo>
                    <a:pt x="3535" y="4936"/>
                  </a:lnTo>
                  <a:lnTo>
                    <a:pt x="4937" y="3535"/>
                  </a:lnTo>
                  <a:lnTo>
                    <a:pt x="1402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0" name="Google Shape;1849;p46"/>
            <p:cNvSpPr/>
            <p:nvPr/>
          </p:nvSpPr>
          <p:spPr>
            <a:xfrm>
              <a:off x="240840" y="1829880"/>
              <a:ext cx="101520" cy="101520"/>
            </a:xfrm>
            <a:custGeom>
              <a:avLst/>
              <a:gdLst>
                <a:gd name="textAreaLeft" fmla="*/ 0 w 101520"/>
                <a:gd name="textAreaRight" fmla="*/ 101880 w 10152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938" h="4938">
                  <a:moveTo>
                    <a:pt x="1402" y="1"/>
                  </a:moveTo>
                  <a:lnTo>
                    <a:pt x="1" y="1402"/>
                  </a:lnTo>
                  <a:lnTo>
                    <a:pt x="3535" y="4937"/>
                  </a:lnTo>
                  <a:lnTo>
                    <a:pt x="4937" y="3535"/>
                  </a:lnTo>
                  <a:lnTo>
                    <a:pt x="1402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1" name="Google Shape;1850;p46"/>
            <p:cNvSpPr/>
            <p:nvPr/>
          </p:nvSpPr>
          <p:spPr>
            <a:xfrm>
              <a:off x="304200" y="1766160"/>
              <a:ext cx="101520" cy="101880"/>
            </a:xfrm>
            <a:custGeom>
              <a:avLst/>
              <a:gdLst>
                <a:gd name="textAreaLeft" fmla="*/ 0 w 101520"/>
                <a:gd name="textAreaRight" fmla="*/ 101880 w 101520"/>
                <a:gd name="textAreaTop" fmla="*/ 0 h 101880"/>
                <a:gd name="textAreaBottom" fmla="*/ 102240 h 101880"/>
              </a:gdLst>
              <a:ahLst/>
              <a:cxnLst/>
              <a:rect l="textAreaLeft" t="textAreaTop" r="textAreaRight" b="textAreaBottom"/>
              <a:pathLst>
                <a:path w="4937" h="4953">
                  <a:moveTo>
                    <a:pt x="1387" y="1"/>
                  </a:moveTo>
                  <a:lnTo>
                    <a:pt x="0" y="1403"/>
                  </a:lnTo>
                  <a:lnTo>
                    <a:pt x="3535" y="4953"/>
                  </a:lnTo>
                  <a:lnTo>
                    <a:pt x="4936" y="3551"/>
                  </a:lnTo>
                  <a:lnTo>
                    <a:pt x="1387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1120" bIns="51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382" name="Google Shape;1851;p46"/>
          <p:cNvSpPr/>
          <p:nvPr/>
        </p:nvSpPr>
        <p:spPr>
          <a:xfrm>
            <a:off x="4791240" y="409012"/>
            <a:ext cx="3877920" cy="3814645"/>
          </a:xfrm>
          <a:prstGeom prst="snip1Rect">
            <a:avLst>
              <a:gd name="adj" fmla="val 16667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03AD4A-2CFB-4E46-01FB-922F95BDE1DB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354960" y="1093321"/>
            <a:ext cx="434700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Audience refers to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group of readers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whom the paper is written.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Understanding the audience helps adjust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language, tone, and level of explanation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Two main types: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Primary audience: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main readers such as students or researchers.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Secondary audience: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others interested in the topic.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Knowing the audience helps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engage readers and communicate ideas effectively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PlaceHolder 1"/>
          <p:cNvSpPr>
            <a:spLocks noGrp="1"/>
          </p:cNvSpPr>
          <p:nvPr>
            <p:ph type="title"/>
          </p:nvPr>
        </p:nvSpPr>
        <p:spPr>
          <a:xfrm>
            <a:off x="723960" y="44784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1" dirty="0">
                <a:solidFill>
                  <a:schemeClr val="bg1">
                    <a:lumMod val="50000"/>
                  </a:schemeClr>
                </a:solidFill>
                <a:latin typeface="IBM Plex Mono" panose="020B0509050203000203" pitchFamily="49" charset="0"/>
              </a:rPr>
              <a:t>6.2 Organization and Structure</a:t>
            </a:r>
            <a:endParaRPr lang="fr-FR" sz="3000" b="1" u="none" strike="noStrike" dirty="0">
              <a:solidFill>
                <a:schemeClr val="bg1">
                  <a:lumMod val="50000"/>
                </a:schemeClr>
              </a:solidFill>
              <a:effectLst/>
              <a:uFillTx/>
              <a:latin typeface="IBM Plex Mono" panose="020B0509050203000203" pitchFamily="49" charset="0"/>
            </a:endParaRPr>
          </a:p>
        </p:txBody>
      </p:sp>
      <p:sp>
        <p:nvSpPr>
          <p:cNvPr id="1387" name="PlaceHolder 2"/>
          <p:cNvSpPr>
            <a:spLocks noGrp="1"/>
          </p:cNvSpPr>
          <p:nvPr>
            <p:ph type="subTitle"/>
          </p:nvPr>
        </p:nvSpPr>
        <p:spPr>
          <a:xfrm>
            <a:off x="5086324" y="2924129"/>
            <a:ext cx="3094414" cy="1462111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/>
              <a:t>Types of organization: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/>
              <a:t>Chronological order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/>
              <a:t>Spatial order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/>
              <a:t>Order of importance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/>
              <a:t>Compare and contrast</a:t>
            </a:r>
          </a:p>
        </p:txBody>
      </p:sp>
      <p:grpSp>
        <p:nvGrpSpPr>
          <p:cNvPr id="1389" name="Google Shape;1533;p39"/>
          <p:cNvGrpSpPr/>
          <p:nvPr/>
        </p:nvGrpSpPr>
        <p:grpSpPr>
          <a:xfrm>
            <a:off x="-123840" y="4132440"/>
            <a:ext cx="4558680" cy="1140480"/>
            <a:chOff x="-123840" y="4132440"/>
            <a:chExt cx="4558680" cy="1140480"/>
          </a:xfrm>
        </p:grpSpPr>
        <p:grpSp>
          <p:nvGrpSpPr>
            <p:cNvPr id="1390" name="Google Shape;1534;p39"/>
            <p:cNvGrpSpPr/>
            <p:nvPr/>
          </p:nvGrpSpPr>
          <p:grpSpPr>
            <a:xfrm>
              <a:off x="360" y="4132440"/>
              <a:ext cx="2307960" cy="1140480"/>
              <a:chOff x="360" y="4132440"/>
              <a:chExt cx="2307960" cy="1140480"/>
            </a:xfrm>
          </p:grpSpPr>
          <p:sp>
            <p:nvSpPr>
              <p:cNvPr id="1391" name="Google Shape;1535;p39"/>
              <p:cNvSpPr/>
              <p:nvPr/>
            </p:nvSpPr>
            <p:spPr>
              <a:xfrm rot="5400000">
                <a:off x="663480" y="3628440"/>
                <a:ext cx="981360" cy="2307600"/>
              </a:xfrm>
              <a:custGeom>
                <a:avLst/>
                <a:gdLst>
                  <a:gd name="textAreaLeft" fmla="*/ 0 w 981360"/>
                  <a:gd name="textAreaRight" fmla="*/ 981720 w 981360"/>
                  <a:gd name="textAreaTop" fmla="*/ 0 h 2307600"/>
                  <a:gd name="textAreaBottom" fmla="*/ 2307960 h 230760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92" name="Google Shape;1536;p39"/>
              <p:cNvSpPr/>
              <p:nvPr/>
            </p:nvSpPr>
            <p:spPr>
              <a:xfrm rot="5400000">
                <a:off x="663840" y="3469320"/>
                <a:ext cx="981360" cy="2307600"/>
              </a:xfrm>
              <a:custGeom>
                <a:avLst/>
                <a:gdLst>
                  <a:gd name="textAreaLeft" fmla="*/ 0 w 981360"/>
                  <a:gd name="textAreaRight" fmla="*/ 981720 w 981360"/>
                  <a:gd name="textAreaTop" fmla="*/ 0 h 2307600"/>
                  <a:gd name="textAreaBottom" fmla="*/ 2307960 h 230760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93" name="Google Shape;1537;p39"/>
            <p:cNvGrpSpPr/>
            <p:nvPr/>
          </p:nvGrpSpPr>
          <p:grpSpPr>
            <a:xfrm>
              <a:off x="-123840" y="4386240"/>
              <a:ext cx="4558680" cy="133920"/>
              <a:chOff x="-123840" y="4386240"/>
              <a:chExt cx="4558680" cy="133920"/>
            </a:xfrm>
          </p:grpSpPr>
          <p:sp>
            <p:nvSpPr>
              <p:cNvPr id="1394" name="Google Shape;1538;p39"/>
              <p:cNvSpPr/>
              <p:nvPr/>
            </p:nvSpPr>
            <p:spPr>
              <a:xfrm>
                <a:off x="4300920" y="4386240"/>
                <a:ext cx="133920" cy="13392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520" bIns="47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cxnSp>
            <p:nvCxnSpPr>
              <p:cNvPr id="1395" name="Google Shape;1539;p39"/>
              <p:cNvCxnSpPr/>
              <p:nvPr/>
            </p:nvCxnSpPr>
            <p:spPr>
              <a:xfrm>
                <a:off x="-123840" y="4453200"/>
                <a:ext cx="4462920" cy="36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1396" name="Google Shape;1540;p39"/>
              <p:cNvSpPr/>
              <p:nvPr/>
            </p:nvSpPr>
            <p:spPr>
              <a:xfrm>
                <a:off x="4331160" y="441648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2" name="Subtitle 1">
            <a:extLst>
              <a:ext uri="{FF2B5EF4-FFF2-40B4-BE49-F238E27FC236}">
                <a16:creationId xmlns:a16="http://schemas.microsoft.com/office/drawing/2014/main" id="{48F3EE6F-537C-2E29-D4D3-2F77A6C196FA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723900" y="1412439"/>
            <a:ext cx="430181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Organization means arranging ideas in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logical and clear order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good structure improves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clarity and readability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Common structure includes: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Body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Rectangle 1382"/>
          <p:cNvSpPr/>
          <p:nvPr/>
        </p:nvSpPr>
        <p:spPr>
          <a:xfrm>
            <a:off x="649149" y="585618"/>
            <a:ext cx="3718349" cy="55399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anchor="t">
            <a:spAutoFit/>
          </a:bodyPr>
          <a:lstStyle/>
          <a:p>
            <a:pPr>
              <a:tabLst>
                <a:tab pos="0" algn="l"/>
              </a:tabLst>
            </a:pPr>
            <a:r>
              <a:rPr lang="en-US" sz="3000" b="1" dirty="0">
                <a:solidFill>
                  <a:schemeClr val="bg1">
                    <a:lumMod val="50000"/>
                  </a:schemeClr>
                </a:solidFill>
              </a:rPr>
              <a:t>6.3 Title</a:t>
            </a:r>
            <a:endParaRPr lang="en-US" sz="3000" b="1" u="none" strike="noStrike" dirty="0">
              <a:solidFill>
                <a:schemeClr val="bg1">
                  <a:lumMod val="50000"/>
                </a:schemeClr>
              </a:solidFill>
              <a:effectLst/>
              <a:uFillTx/>
              <a:latin typeface="OpenSymbol"/>
            </a:endParaRPr>
          </a:p>
        </p:txBody>
      </p:sp>
      <p:sp>
        <p:nvSpPr>
          <p:cNvPr id="1384" name="Rectangle 1383"/>
          <p:cNvSpPr/>
          <p:nvPr/>
        </p:nvSpPr>
        <p:spPr>
          <a:xfrm flipV="1">
            <a:off x="764235" y="3679220"/>
            <a:ext cx="1695571" cy="4571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250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385" name="image69b1d14e3ede5" descr="image69b1d14e3ede7"/>
          <p:cNvPicPr/>
          <p:nvPr/>
        </p:nvPicPr>
        <p:blipFill>
          <a:blip r:embed="rId2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84940DF-9CCB-617F-0F41-8CC2099E81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149" y="1452033"/>
            <a:ext cx="4060737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title is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first thing readers see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a research paper.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should clearly reflect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 topic or idea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the paper.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good title should be: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Relevant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Concise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Interesting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Titles help readers quickly understand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the research is about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Rectangle 1396"/>
          <p:cNvSpPr/>
          <p:nvPr/>
        </p:nvSpPr>
        <p:spPr>
          <a:xfrm>
            <a:off x="674913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US" sz="3000" b="1" dirty="0">
                <a:solidFill>
                  <a:schemeClr val="bg1">
                    <a:lumMod val="50000"/>
                  </a:schemeClr>
                </a:solidFill>
                <a:latin typeface="IBM Plex Mono" panose="020B0509050203000203" pitchFamily="49" charset="0"/>
              </a:rPr>
              <a:t>6.4 Author List</a:t>
            </a:r>
            <a:endParaRPr lang="en-US" sz="3000" b="1" u="none" strike="noStrike" dirty="0">
              <a:solidFill>
                <a:schemeClr val="bg1">
                  <a:lumMod val="50000"/>
                </a:schemeClr>
              </a:solidFill>
              <a:effectLst/>
              <a:uFillTx/>
              <a:latin typeface="IBM Plex Mono" panose="020B0509050203000203" pitchFamily="49" charset="0"/>
            </a:endParaRPr>
          </a:p>
        </p:txBody>
      </p:sp>
      <p:sp>
        <p:nvSpPr>
          <p:cNvPr id="1398" name="Rectangle 1397"/>
          <p:cNvSpPr/>
          <p:nvPr/>
        </p:nvSpPr>
        <p:spPr>
          <a:xfrm>
            <a:off x="1151193" y="4864180"/>
            <a:ext cx="2154684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1A12BB-7BF8-A1D2-0BDE-3DD55304E6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913" y="1556087"/>
            <a:ext cx="6567716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author list identifies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who wrote the research paper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gives proper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credit to contributors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Authors may be listed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alphabetically or based on contribution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Author affiliations such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universities or institutions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may also be included.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Proper author listing improves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credibility and transparency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Rectangle 1398"/>
          <p:cNvSpPr/>
          <p:nvPr/>
        </p:nvSpPr>
        <p:spPr>
          <a:xfrm>
            <a:off x="701493" y="461766"/>
            <a:ext cx="2129034" cy="56874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US" sz="3000" b="1" dirty="0">
                <a:solidFill>
                  <a:schemeClr val="bg1">
                    <a:lumMod val="50000"/>
                  </a:schemeClr>
                </a:solidFill>
                <a:latin typeface="IBM Plex Mono" panose="020B0509050203000203" pitchFamily="49" charset="0"/>
              </a:rPr>
              <a:t>6.5 Date</a:t>
            </a:r>
            <a:endParaRPr lang="en-US" sz="3000" b="1" u="none" strike="noStrike" dirty="0">
              <a:solidFill>
                <a:schemeClr val="bg1">
                  <a:lumMod val="50000"/>
                </a:schemeClr>
              </a:solidFill>
              <a:effectLst/>
              <a:uFillTx/>
              <a:latin typeface="IBM Plex Mono" panose="020B0509050203000203" pitchFamily="49" charset="0"/>
            </a:endParaRPr>
          </a:p>
        </p:txBody>
      </p:sp>
      <p:sp>
        <p:nvSpPr>
          <p:cNvPr id="1400" name="Rectangle 1399"/>
          <p:cNvSpPr/>
          <p:nvPr/>
        </p:nvSpPr>
        <p:spPr>
          <a:xfrm flipH="1">
            <a:off x="366015" y="5428134"/>
            <a:ext cx="1399995" cy="25705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9999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401" name="image69b1d14e4f962" descr="image69b1d14e4f966"/>
          <p:cNvPicPr/>
          <p:nvPr/>
        </p:nvPicPr>
        <p:blipFill>
          <a:blip r:embed="rId2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B5CB437-8B11-E1C9-4F7C-10CA493CAFC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00933" y="1428480"/>
            <a:ext cx="3537237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Including the date helps readers know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the work was written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helps distinguish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different versions or drafts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the paper.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date is usually written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after the author’s name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Writing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month in words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avoids confusion between date formats.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PlaceHolder 1"/>
          <p:cNvSpPr>
            <a:spLocks noGrp="1"/>
          </p:cNvSpPr>
          <p:nvPr>
            <p:ph type="title"/>
          </p:nvPr>
        </p:nvSpPr>
        <p:spPr>
          <a:xfrm>
            <a:off x="953954" y="449460"/>
            <a:ext cx="3101515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IBM Plex Mono" panose="020B0509050203000203" pitchFamily="49" charset="0"/>
              </a:rPr>
              <a:t>6.6 Abstract</a:t>
            </a:r>
            <a:endParaRPr lang="fr-FR" sz="3000" b="1" u="none" strike="noStrike" dirty="0">
              <a:solidFill>
                <a:schemeClr val="bg2">
                  <a:lumMod val="60000"/>
                  <a:lumOff val="40000"/>
                </a:schemeClr>
              </a:solidFill>
              <a:effectLst/>
              <a:uFillTx/>
              <a:latin typeface="IBM Plex Mono" panose="020B0509050203000203" pitchFamily="49" charset="0"/>
            </a:endParaRPr>
          </a:p>
        </p:txBody>
      </p:sp>
      <p:sp>
        <p:nvSpPr>
          <p:cNvPr id="1423" name="PlaceHolder 3"/>
          <p:cNvSpPr>
            <a:spLocks noGrp="1"/>
          </p:cNvSpPr>
          <p:nvPr>
            <p:ph type="subTitle"/>
          </p:nvPr>
        </p:nvSpPr>
        <p:spPr>
          <a:xfrm>
            <a:off x="5295960" y="2858091"/>
            <a:ext cx="2870819" cy="1433469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91440" rIns="91440" bIns="91440" anchor="t">
            <a:spAutoFit/>
          </a:bodyPr>
          <a:lstStyle/>
          <a:p>
            <a:r>
              <a:rPr lang="en-US" sz="1800" dirty="0"/>
              <a:t>It describes: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/>
              <a:t>The research problem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/>
              <a:t>Methods used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/>
              <a:t>Main results</a:t>
            </a:r>
          </a:p>
          <a:p>
            <a:pPr indent="0" algn="ctr">
              <a:buNone/>
            </a:pPr>
            <a:endParaRPr lang="en-US" sz="1800" b="0" u="none" strike="noStrike" dirty="0">
              <a:solidFill>
                <a:schemeClr val="dk1"/>
              </a:solidFill>
              <a:effectLst/>
              <a:uFillTx/>
              <a:latin typeface="Poppins"/>
              <a:ea typeface="Poppins"/>
            </a:endParaRPr>
          </a:p>
        </p:txBody>
      </p:sp>
      <p:grpSp>
        <p:nvGrpSpPr>
          <p:cNvPr id="1424" name="Google Shape;1533;p39"/>
          <p:cNvGrpSpPr/>
          <p:nvPr/>
        </p:nvGrpSpPr>
        <p:grpSpPr>
          <a:xfrm>
            <a:off x="-123840" y="4132440"/>
            <a:ext cx="4558680" cy="1140480"/>
            <a:chOff x="-123840" y="4132440"/>
            <a:chExt cx="4558680" cy="1140480"/>
          </a:xfrm>
        </p:grpSpPr>
        <p:grpSp>
          <p:nvGrpSpPr>
            <p:cNvPr id="1425" name="Google Shape;1534;p39"/>
            <p:cNvGrpSpPr/>
            <p:nvPr/>
          </p:nvGrpSpPr>
          <p:grpSpPr>
            <a:xfrm>
              <a:off x="360" y="4132440"/>
              <a:ext cx="2307960" cy="1140480"/>
              <a:chOff x="360" y="4132440"/>
              <a:chExt cx="2307960" cy="1140480"/>
            </a:xfrm>
          </p:grpSpPr>
          <p:sp>
            <p:nvSpPr>
              <p:cNvPr id="1426" name="Google Shape;1535;p39"/>
              <p:cNvSpPr/>
              <p:nvPr/>
            </p:nvSpPr>
            <p:spPr>
              <a:xfrm rot="5400000">
                <a:off x="663480" y="3628440"/>
                <a:ext cx="981360" cy="2307600"/>
              </a:xfrm>
              <a:custGeom>
                <a:avLst/>
                <a:gdLst>
                  <a:gd name="textAreaLeft" fmla="*/ 0 w 981360"/>
                  <a:gd name="textAreaRight" fmla="*/ 981720 w 981360"/>
                  <a:gd name="textAreaTop" fmla="*/ 0 h 2307600"/>
                  <a:gd name="textAreaBottom" fmla="*/ 2307960 h 230760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27" name="Google Shape;1536;p39"/>
              <p:cNvSpPr/>
              <p:nvPr/>
            </p:nvSpPr>
            <p:spPr>
              <a:xfrm rot="5400000">
                <a:off x="663840" y="3469320"/>
                <a:ext cx="981360" cy="2307600"/>
              </a:xfrm>
              <a:custGeom>
                <a:avLst/>
                <a:gdLst>
                  <a:gd name="textAreaLeft" fmla="*/ 0 w 981360"/>
                  <a:gd name="textAreaRight" fmla="*/ 981720 w 981360"/>
                  <a:gd name="textAreaTop" fmla="*/ 0 h 2307600"/>
                  <a:gd name="textAreaBottom" fmla="*/ 2307960 h 230760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428" name="Google Shape;1537;p39"/>
            <p:cNvGrpSpPr/>
            <p:nvPr/>
          </p:nvGrpSpPr>
          <p:grpSpPr>
            <a:xfrm>
              <a:off x="-123840" y="4386240"/>
              <a:ext cx="4558680" cy="133920"/>
              <a:chOff x="-123840" y="4386240"/>
              <a:chExt cx="4558680" cy="133920"/>
            </a:xfrm>
          </p:grpSpPr>
          <p:sp>
            <p:nvSpPr>
              <p:cNvPr id="1429" name="Google Shape;1538;p39"/>
              <p:cNvSpPr/>
              <p:nvPr/>
            </p:nvSpPr>
            <p:spPr>
              <a:xfrm>
                <a:off x="4300920" y="4386240"/>
                <a:ext cx="133920" cy="13392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520" bIns="47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cxnSp>
            <p:nvCxnSpPr>
              <p:cNvPr id="1430" name="Google Shape;1539;p39"/>
              <p:cNvCxnSpPr/>
              <p:nvPr/>
            </p:nvCxnSpPr>
            <p:spPr>
              <a:xfrm>
                <a:off x="-123840" y="4453200"/>
                <a:ext cx="4462920" cy="36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1431" name="Google Shape;1540;p39"/>
              <p:cNvSpPr/>
              <p:nvPr/>
            </p:nvSpPr>
            <p:spPr>
              <a:xfrm>
                <a:off x="4331160" y="441648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90AEFEAA-FC21-97CB-6B60-EDC9DD392F51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953954" y="1339920"/>
            <a:ext cx="373017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abstract is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brief summary of the research paper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Usually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200–300 words long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lang="en-US" sz="1800" dirty="0"/>
              <a:t>It helps readers decide </a:t>
            </a:r>
            <a:r>
              <a:rPr lang="en-US" sz="1800" b="1" dirty="0"/>
              <a:t>whether to read the full paper</a:t>
            </a:r>
            <a:r>
              <a:rPr lang="en-US" sz="1800" dirty="0"/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Rectangle 1418"/>
          <p:cNvSpPr/>
          <p:nvPr/>
        </p:nvSpPr>
        <p:spPr>
          <a:xfrm>
            <a:off x="907144" y="595916"/>
            <a:ext cx="5336691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0000"/>
          </a:bodyPr>
          <a:lstStyle/>
          <a:p>
            <a:pPr>
              <a:tabLst>
                <a:tab pos="0" algn="l"/>
              </a:tabLst>
            </a:pPr>
            <a:r>
              <a:rPr lang="en-US" sz="32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IBM Plex Mono" panose="020B0509050203000203" pitchFamily="49" charset="0"/>
              </a:rPr>
              <a:t>6.7 Keywords and Subject Classification</a:t>
            </a:r>
            <a:endParaRPr lang="en-US" sz="3000" b="1" u="none" strike="noStrike" dirty="0">
              <a:solidFill>
                <a:schemeClr val="bg2">
                  <a:lumMod val="60000"/>
                  <a:lumOff val="40000"/>
                </a:schemeClr>
              </a:solidFill>
              <a:effectLst/>
              <a:uFillTx/>
              <a:latin typeface="IBM Plex Mono" panose="020B0509050203000203" pitchFamily="49" charset="0"/>
            </a:endParaRPr>
          </a:p>
        </p:txBody>
      </p:sp>
      <p:sp>
        <p:nvSpPr>
          <p:cNvPr id="1420" name="Rectangle 1419"/>
          <p:cNvSpPr/>
          <p:nvPr/>
        </p:nvSpPr>
        <p:spPr>
          <a:xfrm>
            <a:off x="476280" y="2982686"/>
            <a:ext cx="8191080" cy="168435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37C302-444D-613A-2318-1923C4E579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7144" y="2026306"/>
            <a:ext cx="688702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Keywords are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important words describing the research topic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They help search engines and databases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 the paper easily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Usually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5–10 keywords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included.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Subject classification systems categorize research into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specific academic fields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Rectangle 1401"/>
          <p:cNvSpPr/>
          <p:nvPr/>
        </p:nvSpPr>
        <p:spPr>
          <a:xfrm>
            <a:off x="4376057" y="450867"/>
            <a:ext cx="3947886" cy="55399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anchor="t">
            <a:spAutoFit/>
          </a:bodyPr>
          <a:lstStyle/>
          <a:p>
            <a:pPr>
              <a:tabLst>
                <a:tab pos="0" algn="l"/>
              </a:tabLst>
            </a:pPr>
            <a:r>
              <a:rPr lang="en-US" sz="3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IBM Plex Mono" panose="020B0509050203000203" pitchFamily="49" charset="0"/>
              </a:rPr>
              <a:t>6.8 Introduction</a:t>
            </a:r>
            <a:endParaRPr lang="en-US" sz="3000" b="1" u="none" strike="noStrike" dirty="0">
              <a:solidFill>
                <a:schemeClr val="bg2">
                  <a:lumMod val="60000"/>
                  <a:lumOff val="40000"/>
                </a:schemeClr>
              </a:solidFill>
              <a:effectLst/>
              <a:uFillTx/>
              <a:latin typeface="IBM Plex Mono" panose="020B0509050203000203" pitchFamily="49" charset="0"/>
            </a:endParaRPr>
          </a:p>
        </p:txBody>
      </p:sp>
      <p:pic>
        <p:nvPicPr>
          <p:cNvPr id="1404" name="image69b1d14e5ff87" descr="image69b1d14e5ff8b"/>
          <p:cNvPicPr/>
          <p:nvPr/>
        </p:nvPicPr>
        <p:blipFill>
          <a:blip r:embed="rId2"/>
          <a:stretch/>
        </p:blipFill>
        <p:spPr>
          <a:xfrm>
            <a:off x="0" y="0"/>
            <a:ext cx="4100286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Rectangle 4">
            <a:extLst>
              <a:ext uri="{FF2B5EF4-FFF2-40B4-BE49-F238E27FC236}">
                <a16:creationId xmlns:a16="http://schemas.microsoft.com/office/drawing/2014/main" id="{A6E250D2-F398-A700-E13B-72679917BC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6057" y="1402754"/>
            <a:ext cx="3120572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introduction explains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research problem and objectives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provides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background information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about the topic.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explains why the research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important or useful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good introduction also outlines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structure of the paper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PlaceHolder 1"/>
          <p:cNvSpPr>
            <a:spLocks noGrp="1"/>
          </p:cNvSpPr>
          <p:nvPr>
            <p:ph type="title"/>
          </p:nvPr>
        </p:nvSpPr>
        <p:spPr>
          <a:xfrm>
            <a:off x="486360" y="80182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IBM Plex Mono" panose="020B0509050203000203" pitchFamily="49" charset="0"/>
              </a:rPr>
              <a:t>6.9 Computational Experiments</a:t>
            </a:r>
            <a:endParaRPr lang="fr-FR" sz="3000" b="1" u="none" strike="noStrike" dirty="0">
              <a:solidFill>
                <a:schemeClr val="bg2">
                  <a:lumMod val="60000"/>
                  <a:lumOff val="40000"/>
                </a:schemeClr>
              </a:solidFill>
              <a:effectLst/>
              <a:uFillTx/>
              <a:latin typeface="IBM Plex Mono" panose="020B0509050203000203" pitchFamily="49" charset="0"/>
            </a:endParaRPr>
          </a:p>
        </p:txBody>
      </p:sp>
      <p:grpSp>
        <p:nvGrpSpPr>
          <p:cNvPr id="1411" name="Google Shape;1533;p39"/>
          <p:cNvGrpSpPr/>
          <p:nvPr/>
        </p:nvGrpSpPr>
        <p:grpSpPr>
          <a:xfrm>
            <a:off x="-123840" y="4132440"/>
            <a:ext cx="4558680" cy="1140480"/>
            <a:chOff x="-123840" y="4132440"/>
            <a:chExt cx="4558680" cy="1140480"/>
          </a:xfrm>
        </p:grpSpPr>
        <p:grpSp>
          <p:nvGrpSpPr>
            <p:cNvPr id="1412" name="Google Shape;1534;p39"/>
            <p:cNvGrpSpPr/>
            <p:nvPr/>
          </p:nvGrpSpPr>
          <p:grpSpPr>
            <a:xfrm>
              <a:off x="360" y="4132440"/>
              <a:ext cx="2307960" cy="1140480"/>
              <a:chOff x="360" y="4132440"/>
              <a:chExt cx="2307960" cy="1140480"/>
            </a:xfrm>
          </p:grpSpPr>
          <p:sp>
            <p:nvSpPr>
              <p:cNvPr id="1413" name="Google Shape;1535;p39"/>
              <p:cNvSpPr/>
              <p:nvPr/>
            </p:nvSpPr>
            <p:spPr>
              <a:xfrm rot="5400000">
                <a:off x="663480" y="3628440"/>
                <a:ext cx="981360" cy="2307600"/>
              </a:xfrm>
              <a:custGeom>
                <a:avLst/>
                <a:gdLst>
                  <a:gd name="textAreaLeft" fmla="*/ 0 w 981360"/>
                  <a:gd name="textAreaRight" fmla="*/ 981720 w 981360"/>
                  <a:gd name="textAreaTop" fmla="*/ 0 h 2307600"/>
                  <a:gd name="textAreaBottom" fmla="*/ 2307960 h 230760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14" name="Google Shape;1536;p39"/>
              <p:cNvSpPr/>
              <p:nvPr/>
            </p:nvSpPr>
            <p:spPr>
              <a:xfrm rot="5400000">
                <a:off x="663840" y="3469320"/>
                <a:ext cx="981360" cy="2307600"/>
              </a:xfrm>
              <a:custGeom>
                <a:avLst/>
                <a:gdLst>
                  <a:gd name="textAreaLeft" fmla="*/ 0 w 981360"/>
                  <a:gd name="textAreaRight" fmla="*/ 981720 w 981360"/>
                  <a:gd name="textAreaTop" fmla="*/ 0 h 2307600"/>
                  <a:gd name="textAreaBottom" fmla="*/ 2307960 h 230760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415" name="Google Shape;1537;p39"/>
            <p:cNvGrpSpPr/>
            <p:nvPr/>
          </p:nvGrpSpPr>
          <p:grpSpPr>
            <a:xfrm>
              <a:off x="-123840" y="4386240"/>
              <a:ext cx="4558680" cy="133920"/>
              <a:chOff x="-123840" y="4386240"/>
              <a:chExt cx="4558680" cy="133920"/>
            </a:xfrm>
          </p:grpSpPr>
          <p:sp>
            <p:nvSpPr>
              <p:cNvPr id="1416" name="Google Shape;1538;p39"/>
              <p:cNvSpPr/>
              <p:nvPr/>
            </p:nvSpPr>
            <p:spPr>
              <a:xfrm>
                <a:off x="4300920" y="4386240"/>
                <a:ext cx="133920" cy="13392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520" bIns="47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cxnSp>
            <p:nvCxnSpPr>
              <p:cNvPr id="1417" name="Google Shape;1539;p39"/>
              <p:cNvCxnSpPr/>
              <p:nvPr/>
            </p:nvCxnSpPr>
            <p:spPr>
              <a:xfrm>
                <a:off x="-123840" y="4453200"/>
                <a:ext cx="4462920" cy="36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1418" name="Google Shape;1540;p39"/>
              <p:cNvSpPr/>
              <p:nvPr/>
            </p:nvSpPr>
            <p:spPr>
              <a:xfrm>
                <a:off x="4331160" y="441648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5" name="Rectangle 1">
            <a:extLst>
              <a:ext uri="{FF2B5EF4-FFF2-40B4-BE49-F238E27FC236}">
                <a16:creationId xmlns:a16="http://schemas.microsoft.com/office/drawing/2014/main" id="{ECB7F218-3C0F-0E07-0624-E9BA6F4235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095" y="1624611"/>
            <a:ext cx="6781243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Computational experiments are used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 algorithms and research methods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They help verify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theoretical results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Experiments should be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carefully designed and clearly explained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Other researchers should be able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repeat the experiments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7FA1B-99F6-760D-316F-19E07EF7F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PlaceHolder 1">
            <a:extLst>
              <a:ext uri="{FF2B5EF4-FFF2-40B4-BE49-F238E27FC236}">
                <a16:creationId xmlns:a16="http://schemas.microsoft.com/office/drawing/2014/main" id="{DD45A701-EE08-4AC5-839E-8DF62136C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720" y="779137"/>
            <a:ext cx="3142800" cy="6843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IBM Plex Mono" panose="020B0509050203000203" pitchFamily="49" charset="0"/>
              </a:rPr>
              <a:t>6.10 Tables</a:t>
            </a:r>
            <a:endParaRPr lang="fr-FR" sz="3000" b="1" u="none" strike="noStrike" dirty="0">
              <a:solidFill>
                <a:schemeClr val="bg2">
                  <a:lumMod val="60000"/>
                  <a:lumOff val="40000"/>
                </a:schemeClr>
              </a:solidFill>
              <a:effectLst/>
              <a:uFillTx/>
              <a:latin typeface="IBM Plex Mono" panose="020B0509050203000203" pitchFamily="49" charset="0"/>
            </a:endParaRPr>
          </a:p>
        </p:txBody>
      </p:sp>
      <p:grpSp>
        <p:nvGrpSpPr>
          <p:cNvPr id="1374" name="Google Shape;1843;p46">
            <a:extLst>
              <a:ext uri="{FF2B5EF4-FFF2-40B4-BE49-F238E27FC236}">
                <a16:creationId xmlns:a16="http://schemas.microsoft.com/office/drawing/2014/main" id="{6241257B-A88E-0D18-CFBB-32490EE7554B}"/>
              </a:ext>
            </a:extLst>
          </p:cNvPr>
          <p:cNvGrpSpPr/>
          <p:nvPr/>
        </p:nvGrpSpPr>
        <p:grpSpPr>
          <a:xfrm>
            <a:off x="-74880" y="1766160"/>
            <a:ext cx="480600" cy="480600"/>
            <a:chOff x="-74880" y="1766160"/>
            <a:chExt cx="480600" cy="480600"/>
          </a:xfrm>
        </p:grpSpPr>
        <p:sp>
          <p:nvSpPr>
            <p:cNvPr id="1375" name="Google Shape;1844;p46">
              <a:extLst>
                <a:ext uri="{FF2B5EF4-FFF2-40B4-BE49-F238E27FC236}">
                  <a16:creationId xmlns:a16="http://schemas.microsoft.com/office/drawing/2014/main" id="{A5059BB0-9922-BFD8-D717-A4A4C249B8E0}"/>
                </a:ext>
              </a:extLst>
            </p:cNvPr>
            <p:cNvSpPr/>
            <p:nvPr/>
          </p:nvSpPr>
          <p:spPr>
            <a:xfrm>
              <a:off x="-74880" y="2145240"/>
              <a:ext cx="101520" cy="101520"/>
            </a:xfrm>
            <a:custGeom>
              <a:avLst/>
              <a:gdLst>
                <a:gd name="textAreaLeft" fmla="*/ 0 w 101520"/>
                <a:gd name="textAreaRight" fmla="*/ 101880 w 10152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938" h="4937">
                  <a:moveTo>
                    <a:pt x="1403" y="0"/>
                  </a:moveTo>
                  <a:lnTo>
                    <a:pt x="1" y="1402"/>
                  </a:lnTo>
                  <a:lnTo>
                    <a:pt x="3536" y="4937"/>
                  </a:lnTo>
                  <a:lnTo>
                    <a:pt x="4937" y="3535"/>
                  </a:lnTo>
                  <a:lnTo>
                    <a:pt x="1403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6" name="Google Shape;1845;p46">
              <a:extLst>
                <a:ext uri="{FF2B5EF4-FFF2-40B4-BE49-F238E27FC236}">
                  <a16:creationId xmlns:a16="http://schemas.microsoft.com/office/drawing/2014/main" id="{AD97B888-F273-4BBE-C7AF-03D50000EF72}"/>
                </a:ext>
              </a:extLst>
            </p:cNvPr>
            <p:cNvSpPr/>
            <p:nvPr/>
          </p:nvSpPr>
          <p:spPr>
            <a:xfrm>
              <a:off x="-11880" y="2082240"/>
              <a:ext cx="101520" cy="101880"/>
            </a:xfrm>
            <a:custGeom>
              <a:avLst/>
              <a:gdLst>
                <a:gd name="textAreaLeft" fmla="*/ 0 w 101520"/>
                <a:gd name="textAreaRight" fmla="*/ 101880 w 101520"/>
                <a:gd name="textAreaTop" fmla="*/ 0 h 101880"/>
                <a:gd name="textAreaBottom" fmla="*/ 102240 h 101880"/>
              </a:gdLst>
              <a:ahLst/>
              <a:cxnLst/>
              <a:rect l="textAreaLeft" t="textAreaTop" r="textAreaRight" b="textAreaBottom"/>
              <a:pathLst>
                <a:path w="4937" h="4953">
                  <a:moveTo>
                    <a:pt x="1402" y="1"/>
                  </a:moveTo>
                  <a:lnTo>
                    <a:pt x="0" y="1403"/>
                  </a:lnTo>
                  <a:lnTo>
                    <a:pt x="3535" y="4952"/>
                  </a:lnTo>
                  <a:lnTo>
                    <a:pt x="4937" y="3551"/>
                  </a:lnTo>
                  <a:lnTo>
                    <a:pt x="1402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1120" bIns="51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7" name="Google Shape;1846;p46">
              <a:extLst>
                <a:ext uri="{FF2B5EF4-FFF2-40B4-BE49-F238E27FC236}">
                  <a16:creationId xmlns:a16="http://schemas.microsoft.com/office/drawing/2014/main" id="{C8381504-0BF6-16D8-D18E-79AC1CD6E4DB}"/>
                </a:ext>
              </a:extLst>
            </p:cNvPr>
            <p:cNvSpPr/>
            <p:nvPr/>
          </p:nvSpPr>
          <p:spPr>
            <a:xfrm>
              <a:off x="51480" y="2019240"/>
              <a:ext cx="101880" cy="101520"/>
            </a:xfrm>
            <a:custGeom>
              <a:avLst/>
              <a:gdLst>
                <a:gd name="textAreaLeft" fmla="*/ 0 w 101880"/>
                <a:gd name="textAreaRight" fmla="*/ 102240 w 10188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953" h="4938">
                  <a:moveTo>
                    <a:pt x="1402" y="1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35"/>
                  </a:lnTo>
                  <a:lnTo>
                    <a:pt x="1402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8" name="Google Shape;1847;p46">
              <a:extLst>
                <a:ext uri="{FF2B5EF4-FFF2-40B4-BE49-F238E27FC236}">
                  <a16:creationId xmlns:a16="http://schemas.microsoft.com/office/drawing/2014/main" id="{12F7C622-F595-AB30-3C43-51326B04309A}"/>
                </a:ext>
              </a:extLst>
            </p:cNvPr>
            <p:cNvSpPr/>
            <p:nvPr/>
          </p:nvSpPr>
          <p:spPr>
            <a:xfrm>
              <a:off x="114480" y="1955880"/>
              <a:ext cx="101880" cy="101520"/>
            </a:xfrm>
            <a:custGeom>
              <a:avLst/>
              <a:gdLst>
                <a:gd name="textAreaLeft" fmla="*/ 0 w 101880"/>
                <a:gd name="textAreaRight" fmla="*/ 102240 w 10188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953" h="4937">
                  <a:moveTo>
                    <a:pt x="1402" y="0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50"/>
                  </a:lnTo>
                  <a:lnTo>
                    <a:pt x="1402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9" name="Google Shape;1848;p46">
              <a:extLst>
                <a:ext uri="{FF2B5EF4-FFF2-40B4-BE49-F238E27FC236}">
                  <a16:creationId xmlns:a16="http://schemas.microsoft.com/office/drawing/2014/main" id="{03673C47-67EF-7E23-6096-54F9FC9155D1}"/>
                </a:ext>
              </a:extLst>
            </p:cNvPr>
            <p:cNvSpPr/>
            <p:nvPr/>
          </p:nvSpPr>
          <p:spPr>
            <a:xfrm>
              <a:off x="177840" y="1892880"/>
              <a:ext cx="101520" cy="101520"/>
            </a:xfrm>
            <a:custGeom>
              <a:avLst/>
              <a:gdLst>
                <a:gd name="textAreaLeft" fmla="*/ 0 w 101520"/>
                <a:gd name="textAreaRight" fmla="*/ 101880 w 10152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937" h="4937">
                  <a:moveTo>
                    <a:pt x="1402" y="0"/>
                  </a:moveTo>
                  <a:lnTo>
                    <a:pt x="0" y="1386"/>
                  </a:lnTo>
                  <a:lnTo>
                    <a:pt x="3535" y="4936"/>
                  </a:lnTo>
                  <a:lnTo>
                    <a:pt x="4937" y="3535"/>
                  </a:lnTo>
                  <a:lnTo>
                    <a:pt x="1402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0" name="Google Shape;1849;p46">
              <a:extLst>
                <a:ext uri="{FF2B5EF4-FFF2-40B4-BE49-F238E27FC236}">
                  <a16:creationId xmlns:a16="http://schemas.microsoft.com/office/drawing/2014/main" id="{026EB5C4-E7E1-9B1F-EF78-A8499DDCFF97}"/>
                </a:ext>
              </a:extLst>
            </p:cNvPr>
            <p:cNvSpPr/>
            <p:nvPr/>
          </p:nvSpPr>
          <p:spPr>
            <a:xfrm>
              <a:off x="240840" y="1829880"/>
              <a:ext cx="101520" cy="101520"/>
            </a:xfrm>
            <a:custGeom>
              <a:avLst/>
              <a:gdLst>
                <a:gd name="textAreaLeft" fmla="*/ 0 w 101520"/>
                <a:gd name="textAreaRight" fmla="*/ 101880 w 10152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938" h="4938">
                  <a:moveTo>
                    <a:pt x="1402" y="1"/>
                  </a:moveTo>
                  <a:lnTo>
                    <a:pt x="1" y="1402"/>
                  </a:lnTo>
                  <a:lnTo>
                    <a:pt x="3535" y="4937"/>
                  </a:lnTo>
                  <a:lnTo>
                    <a:pt x="4937" y="3535"/>
                  </a:lnTo>
                  <a:lnTo>
                    <a:pt x="1402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1" name="Google Shape;1850;p46">
              <a:extLst>
                <a:ext uri="{FF2B5EF4-FFF2-40B4-BE49-F238E27FC236}">
                  <a16:creationId xmlns:a16="http://schemas.microsoft.com/office/drawing/2014/main" id="{92EB3E27-EFE8-5B43-76AB-E4F82EB26BD1}"/>
                </a:ext>
              </a:extLst>
            </p:cNvPr>
            <p:cNvSpPr/>
            <p:nvPr/>
          </p:nvSpPr>
          <p:spPr>
            <a:xfrm>
              <a:off x="304200" y="1766160"/>
              <a:ext cx="101520" cy="101880"/>
            </a:xfrm>
            <a:custGeom>
              <a:avLst/>
              <a:gdLst>
                <a:gd name="textAreaLeft" fmla="*/ 0 w 101520"/>
                <a:gd name="textAreaRight" fmla="*/ 101880 w 101520"/>
                <a:gd name="textAreaTop" fmla="*/ 0 h 101880"/>
                <a:gd name="textAreaBottom" fmla="*/ 102240 h 101880"/>
              </a:gdLst>
              <a:ahLst/>
              <a:cxnLst/>
              <a:rect l="textAreaLeft" t="textAreaTop" r="textAreaRight" b="textAreaBottom"/>
              <a:pathLst>
                <a:path w="4937" h="4953">
                  <a:moveTo>
                    <a:pt x="1387" y="1"/>
                  </a:moveTo>
                  <a:lnTo>
                    <a:pt x="0" y="1403"/>
                  </a:lnTo>
                  <a:lnTo>
                    <a:pt x="3535" y="4953"/>
                  </a:lnTo>
                  <a:lnTo>
                    <a:pt x="4936" y="3551"/>
                  </a:lnTo>
                  <a:lnTo>
                    <a:pt x="1387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1120" bIns="51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382" name="Google Shape;1851;p46">
            <a:extLst>
              <a:ext uri="{FF2B5EF4-FFF2-40B4-BE49-F238E27FC236}">
                <a16:creationId xmlns:a16="http://schemas.microsoft.com/office/drawing/2014/main" id="{51C0A466-9571-270E-9497-E73823148B26}"/>
              </a:ext>
            </a:extLst>
          </p:cNvPr>
          <p:cNvSpPr/>
          <p:nvPr/>
        </p:nvSpPr>
        <p:spPr>
          <a:xfrm>
            <a:off x="4374360" y="409012"/>
            <a:ext cx="4294800" cy="4068720"/>
          </a:xfrm>
          <a:prstGeom prst="snip1Rect">
            <a:avLst>
              <a:gd name="adj" fmla="val 16667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3DAE5BD2-250F-6505-F107-095069BEB447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381765" y="1713884"/>
            <a:ext cx="388982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Tables present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numerical data in a clear format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They allow readers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 values easily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Tables should be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 and well organized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table should include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 caption or title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06831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F9177-8DBF-912E-4097-F9235D9C2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Rectangle 1396">
            <a:extLst>
              <a:ext uri="{FF2B5EF4-FFF2-40B4-BE49-F238E27FC236}">
                <a16:creationId xmlns:a16="http://schemas.microsoft.com/office/drawing/2014/main" id="{EED731A6-7351-3ED1-71B8-285272EA41CD}"/>
              </a:ext>
            </a:extLst>
          </p:cNvPr>
          <p:cNvSpPr/>
          <p:nvPr/>
        </p:nvSpPr>
        <p:spPr>
          <a:xfrm>
            <a:off x="870859" y="454524"/>
            <a:ext cx="3667549" cy="56149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US" sz="3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IBM Plex Mono" panose="020B0509050203000203" pitchFamily="49" charset="0"/>
              </a:rPr>
              <a:t>6.11 Citations</a:t>
            </a:r>
            <a:endParaRPr lang="en-US" sz="3000" b="1" u="none" strike="noStrike" dirty="0">
              <a:solidFill>
                <a:schemeClr val="bg2">
                  <a:lumMod val="60000"/>
                  <a:lumOff val="40000"/>
                </a:schemeClr>
              </a:solidFill>
              <a:effectLst/>
              <a:uFillTx/>
              <a:latin typeface="IBM Plex Mono" panose="020B0509050203000203" pitchFamily="49" charset="0"/>
            </a:endParaRPr>
          </a:p>
        </p:txBody>
      </p:sp>
      <p:sp>
        <p:nvSpPr>
          <p:cNvPr id="1398" name="Rectangle 1397">
            <a:extLst>
              <a:ext uri="{FF2B5EF4-FFF2-40B4-BE49-F238E27FC236}">
                <a16:creationId xmlns:a16="http://schemas.microsoft.com/office/drawing/2014/main" id="{37CE5E2A-B153-BA35-5183-DE12D2EADDEE}"/>
              </a:ext>
            </a:extLst>
          </p:cNvPr>
          <p:cNvSpPr/>
          <p:nvPr/>
        </p:nvSpPr>
        <p:spPr>
          <a:xfrm>
            <a:off x="1151193" y="4864180"/>
            <a:ext cx="2154684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6330E12F-B104-1CD1-1E1C-400A72C067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859" y="1375789"/>
            <a:ext cx="6313712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Citations acknowledge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previous research and sources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They help avoid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plagiarism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Common citation styles include: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Numbered citation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Author–date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Proper citations increase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credibility of research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098744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09F3D-6C0D-11F3-A5F1-1CAF7F381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Rectangle 1398">
            <a:extLst>
              <a:ext uri="{FF2B5EF4-FFF2-40B4-BE49-F238E27FC236}">
                <a16:creationId xmlns:a16="http://schemas.microsoft.com/office/drawing/2014/main" id="{199D740D-0F85-3D3F-0113-3D6A1C324C1E}"/>
              </a:ext>
            </a:extLst>
          </p:cNvPr>
          <p:cNvSpPr/>
          <p:nvPr/>
        </p:nvSpPr>
        <p:spPr>
          <a:xfrm>
            <a:off x="684454" y="534337"/>
            <a:ext cx="3943320" cy="51069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0000"/>
          </a:bodyPr>
          <a:lstStyle/>
          <a:p>
            <a:pPr>
              <a:tabLst>
                <a:tab pos="0" algn="l"/>
              </a:tabLst>
            </a:pPr>
            <a:r>
              <a:rPr lang="en-US" sz="32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IBM Plex Mono" panose="020B0509050203000203" pitchFamily="49" charset="0"/>
              </a:rPr>
              <a:t>6.12 Conclusions</a:t>
            </a:r>
            <a:endParaRPr lang="en-US" sz="3000" b="1" u="none" strike="noStrike" dirty="0">
              <a:solidFill>
                <a:schemeClr val="bg2">
                  <a:lumMod val="60000"/>
                  <a:lumOff val="40000"/>
                </a:schemeClr>
              </a:solidFill>
              <a:effectLst/>
              <a:uFillTx/>
              <a:latin typeface="IBM Plex Mono" panose="020B0509050203000203" pitchFamily="49" charset="0"/>
            </a:endParaRPr>
          </a:p>
        </p:txBody>
      </p:sp>
      <p:sp>
        <p:nvSpPr>
          <p:cNvPr id="1400" name="Rectangle 1399">
            <a:extLst>
              <a:ext uri="{FF2B5EF4-FFF2-40B4-BE49-F238E27FC236}">
                <a16:creationId xmlns:a16="http://schemas.microsoft.com/office/drawing/2014/main" id="{9B536162-CE5D-DA9B-EDFE-3FD4BF04E76A}"/>
              </a:ext>
            </a:extLst>
          </p:cNvPr>
          <p:cNvSpPr/>
          <p:nvPr/>
        </p:nvSpPr>
        <p:spPr>
          <a:xfrm flipH="1">
            <a:off x="366015" y="5428134"/>
            <a:ext cx="1399995" cy="25705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9999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401" name="image69b1d14e4f962" descr="image69b1d14e4f966">
            <a:extLst>
              <a:ext uri="{FF2B5EF4-FFF2-40B4-BE49-F238E27FC236}">
                <a16:creationId xmlns:a16="http://schemas.microsoft.com/office/drawing/2014/main" id="{5C434FA5-35AC-50F3-484D-5431A40396C8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A9060C1-0DCB-2848-485B-001F1FBC58E7}"/>
              </a:ext>
            </a:extLst>
          </p:cNvPr>
          <p:cNvSpPr>
            <a:spLocks noChangeArrowheads="1"/>
          </p:cNvSpPr>
          <p:nvPr/>
        </p:nvSpPr>
        <p:spPr bwMode="auto">
          <a:xfrm flipH="1" flipV="1">
            <a:off x="1269320" y="3500113"/>
            <a:ext cx="1364363" cy="60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A7111F5-824E-7203-BB0A-DEE76E2A33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454" y="1310135"/>
            <a:ext cx="357548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conclusion summarizes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 findings of the research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explains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importance of the results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may include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limitations of the study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Suggestions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research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can also be included.</a:t>
            </a:r>
          </a:p>
        </p:txBody>
      </p:sp>
    </p:spTree>
    <p:extLst>
      <p:ext uri="{BB962C8B-B14F-4D97-AF65-F5344CB8AC3E}">
        <p14:creationId xmlns:p14="http://schemas.microsoft.com/office/powerpoint/2010/main" val="14046760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Rectangle 1404"/>
          <p:cNvSpPr/>
          <p:nvPr/>
        </p:nvSpPr>
        <p:spPr>
          <a:xfrm>
            <a:off x="4787023" y="178737"/>
            <a:ext cx="3856234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0000"/>
          </a:bodyPr>
          <a:lstStyle/>
          <a:p>
            <a:pPr>
              <a:tabLst>
                <a:tab pos="0" algn="l"/>
              </a:tabLst>
            </a:pPr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IBM Plex Mono" panose="020B0509050203000203" pitchFamily="49" charset="0"/>
              </a:rPr>
              <a:t>6.13 Acknowledgements</a:t>
            </a:r>
            <a:endParaRPr lang="en-US" sz="3000" b="1" u="none" strike="noStrike" dirty="0">
              <a:solidFill>
                <a:schemeClr val="bg1">
                  <a:lumMod val="50000"/>
                </a:schemeClr>
              </a:solidFill>
              <a:effectLst/>
              <a:uFillTx/>
              <a:latin typeface="IBM Plex Mono" panose="020B0509050203000203" pitchFamily="49" charset="0"/>
            </a:endParaRPr>
          </a:p>
        </p:txBody>
      </p:sp>
      <p:sp>
        <p:nvSpPr>
          <p:cNvPr id="1406" name="Rectangle 1405"/>
          <p:cNvSpPr/>
          <p:nvPr/>
        </p:nvSpPr>
        <p:spPr>
          <a:xfrm flipV="1">
            <a:off x="9051205" y="3810665"/>
            <a:ext cx="1674543" cy="4571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25000" lnSpcReduction="200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407" name="image69b1d14e702d4" descr="image69b1d14e702d8"/>
          <p:cNvPicPr/>
          <p:nvPr/>
        </p:nvPicPr>
        <p:blipFill>
          <a:blip r:embed="rId2"/>
          <a:stretch/>
        </p:blipFill>
        <p:spPr>
          <a:xfrm>
            <a:off x="0" y="0"/>
            <a:ext cx="4356978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E0D64CE-CF5B-E2B8-0A7E-84A647DBC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595" y="1130937"/>
            <a:ext cx="3239377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section thanks people who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helped or supported the research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Funding agencies and organizations should be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properly acknowledged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Advisors or reviewers may also be mentioned.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shows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gratitude and transparency in research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55762-BFCC-B195-0A9B-D73619F09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PlaceHolder 1">
            <a:extLst>
              <a:ext uri="{FF2B5EF4-FFF2-40B4-BE49-F238E27FC236}">
                <a16:creationId xmlns:a16="http://schemas.microsoft.com/office/drawing/2014/main" id="{60CEA55D-A2D8-A74A-E007-C59A96818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469" y="517745"/>
            <a:ext cx="3314102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2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IBM Plex Mono" panose="020B0509050203000203" pitchFamily="49" charset="0"/>
              </a:rPr>
              <a:t>6.14 Appendix</a:t>
            </a:r>
            <a:endParaRPr lang="fr-FR" sz="3000" b="1" u="none" strike="noStrike" dirty="0">
              <a:solidFill>
                <a:schemeClr val="bg2">
                  <a:lumMod val="60000"/>
                  <a:lumOff val="40000"/>
                </a:schemeClr>
              </a:solidFill>
              <a:effectLst/>
              <a:uFillTx/>
              <a:latin typeface="IBM Plex Mono" panose="020B0509050203000203" pitchFamily="49" charset="0"/>
            </a:endParaRPr>
          </a:p>
        </p:txBody>
      </p:sp>
      <p:sp>
        <p:nvSpPr>
          <p:cNvPr id="1387" name="PlaceHolder 2">
            <a:extLst>
              <a:ext uri="{FF2B5EF4-FFF2-40B4-BE49-F238E27FC236}">
                <a16:creationId xmlns:a16="http://schemas.microsoft.com/office/drawing/2014/main" id="{D052C1DD-EF82-7C97-CB9F-47B9014E9291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728469" y="2368257"/>
            <a:ext cx="2679371" cy="121295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r>
              <a:rPr lang="en-US" sz="1800" dirty="0"/>
              <a:t>It may include: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dirty="0"/>
              <a:t>Detailed proofs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dirty="0"/>
              <a:t>Extra data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dirty="0"/>
              <a:t>Computer programs</a:t>
            </a:r>
          </a:p>
          <a:p>
            <a:endParaRPr lang="en-US" sz="1800" dirty="0"/>
          </a:p>
        </p:txBody>
      </p:sp>
      <p:grpSp>
        <p:nvGrpSpPr>
          <p:cNvPr id="1389" name="Google Shape;1533;p39">
            <a:extLst>
              <a:ext uri="{FF2B5EF4-FFF2-40B4-BE49-F238E27FC236}">
                <a16:creationId xmlns:a16="http://schemas.microsoft.com/office/drawing/2014/main" id="{743D6956-B6B8-ACAB-EF88-C241B11893A7}"/>
              </a:ext>
            </a:extLst>
          </p:cNvPr>
          <p:cNvGrpSpPr/>
          <p:nvPr/>
        </p:nvGrpSpPr>
        <p:grpSpPr>
          <a:xfrm>
            <a:off x="-123840" y="4132440"/>
            <a:ext cx="4558680" cy="1140480"/>
            <a:chOff x="-123840" y="4132440"/>
            <a:chExt cx="4558680" cy="1140480"/>
          </a:xfrm>
        </p:grpSpPr>
        <p:grpSp>
          <p:nvGrpSpPr>
            <p:cNvPr id="1390" name="Google Shape;1534;p39">
              <a:extLst>
                <a:ext uri="{FF2B5EF4-FFF2-40B4-BE49-F238E27FC236}">
                  <a16:creationId xmlns:a16="http://schemas.microsoft.com/office/drawing/2014/main" id="{A7454E78-7FBC-C1F6-E9A3-9548C288859B}"/>
                </a:ext>
              </a:extLst>
            </p:cNvPr>
            <p:cNvGrpSpPr/>
            <p:nvPr/>
          </p:nvGrpSpPr>
          <p:grpSpPr>
            <a:xfrm>
              <a:off x="360" y="4132440"/>
              <a:ext cx="2307960" cy="1140480"/>
              <a:chOff x="360" y="4132440"/>
              <a:chExt cx="2307960" cy="1140480"/>
            </a:xfrm>
          </p:grpSpPr>
          <p:sp>
            <p:nvSpPr>
              <p:cNvPr id="1391" name="Google Shape;1535;p39">
                <a:extLst>
                  <a:ext uri="{FF2B5EF4-FFF2-40B4-BE49-F238E27FC236}">
                    <a16:creationId xmlns:a16="http://schemas.microsoft.com/office/drawing/2014/main" id="{BC6FFA6D-C261-CFA9-A3B0-C6E668EA42F6}"/>
                  </a:ext>
                </a:extLst>
              </p:cNvPr>
              <p:cNvSpPr/>
              <p:nvPr/>
            </p:nvSpPr>
            <p:spPr>
              <a:xfrm rot="5400000">
                <a:off x="663480" y="3628440"/>
                <a:ext cx="981360" cy="2307600"/>
              </a:xfrm>
              <a:custGeom>
                <a:avLst/>
                <a:gdLst>
                  <a:gd name="textAreaLeft" fmla="*/ 0 w 981360"/>
                  <a:gd name="textAreaRight" fmla="*/ 981720 w 981360"/>
                  <a:gd name="textAreaTop" fmla="*/ 0 h 2307600"/>
                  <a:gd name="textAreaBottom" fmla="*/ 2307960 h 230760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92" name="Google Shape;1536;p39">
                <a:extLst>
                  <a:ext uri="{FF2B5EF4-FFF2-40B4-BE49-F238E27FC236}">
                    <a16:creationId xmlns:a16="http://schemas.microsoft.com/office/drawing/2014/main" id="{C2415D20-804A-1876-26C2-A2EEC0BC4D18}"/>
                  </a:ext>
                </a:extLst>
              </p:cNvPr>
              <p:cNvSpPr/>
              <p:nvPr/>
            </p:nvSpPr>
            <p:spPr>
              <a:xfrm rot="5400000">
                <a:off x="663840" y="3469320"/>
                <a:ext cx="981360" cy="2307600"/>
              </a:xfrm>
              <a:custGeom>
                <a:avLst/>
                <a:gdLst>
                  <a:gd name="textAreaLeft" fmla="*/ 0 w 981360"/>
                  <a:gd name="textAreaRight" fmla="*/ 981720 w 981360"/>
                  <a:gd name="textAreaTop" fmla="*/ 0 h 2307600"/>
                  <a:gd name="textAreaBottom" fmla="*/ 2307960 h 230760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93" name="Google Shape;1537;p39">
              <a:extLst>
                <a:ext uri="{FF2B5EF4-FFF2-40B4-BE49-F238E27FC236}">
                  <a16:creationId xmlns:a16="http://schemas.microsoft.com/office/drawing/2014/main" id="{0DC5540A-A3E7-8037-C35B-47F770E98D01}"/>
                </a:ext>
              </a:extLst>
            </p:cNvPr>
            <p:cNvGrpSpPr/>
            <p:nvPr/>
          </p:nvGrpSpPr>
          <p:grpSpPr>
            <a:xfrm>
              <a:off x="-123840" y="4386240"/>
              <a:ext cx="4558680" cy="133920"/>
              <a:chOff x="-123840" y="4386240"/>
              <a:chExt cx="4558680" cy="133920"/>
            </a:xfrm>
          </p:grpSpPr>
          <p:sp>
            <p:nvSpPr>
              <p:cNvPr id="1394" name="Google Shape;1538;p39">
                <a:extLst>
                  <a:ext uri="{FF2B5EF4-FFF2-40B4-BE49-F238E27FC236}">
                    <a16:creationId xmlns:a16="http://schemas.microsoft.com/office/drawing/2014/main" id="{179A3768-EA08-2CD4-6F04-614874EE7BB4}"/>
                  </a:ext>
                </a:extLst>
              </p:cNvPr>
              <p:cNvSpPr/>
              <p:nvPr/>
            </p:nvSpPr>
            <p:spPr>
              <a:xfrm>
                <a:off x="4300920" y="4386240"/>
                <a:ext cx="133920" cy="13392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520" bIns="47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cxnSp>
            <p:nvCxnSpPr>
              <p:cNvPr id="1395" name="Google Shape;1539;p39">
                <a:extLst>
                  <a:ext uri="{FF2B5EF4-FFF2-40B4-BE49-F238E27FC236}">
                    <a16:creationId xmlns:a16="http://schemas.microsoft.com/office/drawing/2014/main" id="{A621D8E0-354B-6065-6CC6-13A1FC082867}"/>
                  </a:ext>
                </a:extLst>
              </p:cNvPr>
              <p:cNvCxnSpPr/>
              <p:nvPr/>
            </p:nvCxnSpPr>
            <p:spPr>
              <a:xfrm>
                <a:off x="-123840" y="4453200"/>
                <a:ext cx="4462920" cy="36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1396" name="Google Shape;1540;p39">
                <a:extLst>
                  <a:ext uri="{FF2B5EF4-FFF2-40B4-BE49-F238E27FC236}">
                    <a16:creationId xmlns:a16="http://schemas.microsoft.com/office/drawing/2014/main" id="{42D6362F-F8CF-1691-C62E-CF05FDDFAC4F}"/>
                  </a:ext>
                </a:extLst>
              </p:cNvPr>
              <p:cNvSpPr/>
              <p:nvPr/>
            </p:nvSpPr>
            <p:spPr>
              <a:xfrm>
                <a:off x="4331160" y="441648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5" name="Rectangle 3">
            <a:extLst>
              <a:ext uri="{FF2B5EF4-FFF2-40B4-BE49-F238E27FC236}">
                <a16:creationId xmlns:a16="http://schemas.microsoft.com/office/drawing/2014/main" id="{9F52452C-9EC6-5C62-ED96-CD1652E3D855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728469" y="1522434"/>
            <a:ext cx="842004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lang="en-US" sz="1800" dirty="0"/>
              <a:t>The appendix contains </a:t>
            </a:r>
            <a:r>
              <a:rPr lang="en-US" sz="1800" b="1" dirty="0"/>
              <a:t>additional supporting information</a:t>
            </a:r>
            <a:r>
              <a:rPr lang="en-US" sz="1800" dirty="0"/>
              <a:t>.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lang="en-US" sz="1800" dirty="0"/>
              <a:t>It keeps the main paper </a:t>
            </a:r>
            <a:r>
              <a:rPr lang="en-US" sz="1800" b="1" dirty="0"/>
              <a:t>clear and concise</a:t>
            </a:r>
            <a:r>
              <a:rPr lang="en-US" sz="1800" dirty="0"/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6264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56A76-5107-7951-179A-F9ACB4BBE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PlaceHolder 1">
            <a:extLst>
              <a:ext uri="{FF2B5EF4-FFF2-40B4-BE49-F238E27FC236}">
                <a16:creationId xmlns:a16="http://schemas.microsoft.com/office/drawing/2014/main" id="{E0C828EE-A212-E0AC-D172-B3A35AC20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960" y="624148"/>
            <a:ext cx="4401497" cy="6843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2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IBM Plex Mono" panose="020B0509050203000203" pitchFamily="49" charset="0"/>
              </a:rPr>
              <a:t>6.15 Reference List</a:t>
            </a:r>
            <a:endParaRPr lang="fr-FR" sz="3000" b="1" u="none" strike="noStrike" dirty="0">
              <a:solidFill>
                <a:schemeClr val="bg2">
                  <a:lumMod val="60000"/>
                  <a:lumOff val="40000"/>
                </a:schemeClr>
              </a:solidFill>
              <a:effectLst/>
              <a:uFillTx/>
              <a:latin typeface="IBM Plex Mono" panose="020B0509050203000203" pitchFamily="49" charset="0"/>
            </a:endParaRPr>
          </a:p>
        </p:txBody>
      </p:sp>
      <p:grpSp>
        <p:nvGrpSpPr>
          <p:cNvPr id="1374" name="Google Shape;1843;p46">
            <a:extLst>
              <a:ext uri="{FF2B5EF4-FFF2-40B4-BE49-F238E27FC236}">
                <a16:creationId xmlns:a16="http://schemas.microsoft.com/office/drawing/2014/main" id="{354EF1D6-F445-7AB4-AA3C-6BED1B8463C1}"/>
              </a:ext>
            </a:extLst>
          </p:cNvPr>
          <p:cNvGrpSpPr/>
          <p:nvPr/>
        </p:nvGrpSpPr>
        <p:grpSpPr>
          <a:xfrm>
            <a:off x="-74880" y="1766160"/>
            <a:ext cx="480600" cy="480600"/>
            <a:chOff x="-74880" y="1766160"/>
            <a:chExt cx="480600" cy="480600"/>
          </a:xfrm>
        </p:grpSpPr>
        <p:sp>
          <p:nvSpPr>
            <p:cNvPr id="1375" name="Google Shape;1844;p46">
              <a:extLst>
                <a:ext uri="{FF2B5EF4-FFF2-40B4-BE49-F238E27FC236}">
                  <a16:creationId xmlns:a16="http://schemas.microsoft.com/office/drawing/2014/main" id="{3276055C-8429-3C17-CB50-3DF9D291DC3A}"/>
                </a:ext>
              </a:extLst>
            </p:cNvPr>
            <p:cNvSpPr/>
            <p:nvPr/>
          </p:nvSpPr>
          <p:spPr>
            <a:xfrm>
              <a:off x="-74880" y="2145240"/>
              <a:ext cx="101520" cy="101520"/>
            </a:xfrm>
            <a:custGeom>
              <a:avLst/>
              <a:gdLst>
                <a:gd name="textAreaLeft" fmla="*/ 0 w 101520"/>
                <a:gd name="textAreaRight" fmla="*/ 101880 w 10152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938" h="4937">
                  <a:moveTo>
                    <a:pt x="1403" y="0"/>
                  </a:moveTo>
                  <a:lnTo>
                    <a:pt x="1" y="1402"/>
                  </a:lnTo>
                  <a:lnTo>
                    <a:pt x="3536" y="4937"/>
                  </a:lnTo>
                  <a:lnTo>
                    <a:pt x="4937" y="3535"/>
                  </a:lnTo>
                  <a:lnTo>
                    <a:pt x="1403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6" name="Google Shape;1845;p46">
              <a:extLst>
                <a:ext uri="{FF2B5EF4-FFF2-40B4-BE49-F238E27FC236}">
                  <a16:creationId xmlns:a16="http://schemas.microsoft.com/office/drawing/2014/main" id="{5F8AB4E3-314F-327F-829F-18AFDCC6729D}"/>
                </a:ext>
              </a:extLst>
            </p:cNvPr>
            <p:cNvSpPr/>
            <p:nvPr/>
          </p:nvSpPr>
          <p:spPr>
            <a:xfrm>
              <a:off x="-11880" y="2082240"/>
              <a:ext cx="101520" cy="101880"/>
            </a:xfrm>
            <a:custGeom>
              <a:avLst/>
              <a:gdLst>
                <a:gd name="textAreaLeft" fmla="*/ 0 w 101520"/>
                <a:gd name="textAreaRight" fmla="*/ 101880 w 101520"/>
                <a:gd name="textAreaTop" fmla="*/ 0 h 101880"/>
                <a:gd name="textAreaBottom" fmla="*/ 102240 h 101880"/>
              </a:gdLst>
              <a:ahLst/>
              <a:cxnLst/>
              <a:rect l="textAreaLeft" t="textAreaTop" r="textAreaRight" b="textAreaBottom"/>
              <a:pathLst>
                <a:path w="4937" h="4953">
                  <a:moveTo>
                    <a:pt x="1402" y="1"/>
                  </a:moveTo>
                  <a:lnTo>
                    <a:pt x="0" y="1403"/>
                  </a:lnTo>
                  <a:lnTo>
                    <a:pt x="3535" y="4952"/>
                  </a:lnTo>
                  <a:lnTo>
                    <a:pt x="4937" y="3551"/>
                  </a:lnTo>
                  <a:lnTo>
                    <a:pt x="1402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1120" bIns="51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7" name="Google Shape;1846;p46">
              <a:extLst>
                <a:ext uri="{FF2B5EF4-FFF2-40B4-BE49-F238E27FC236}">
                  <a16:creationId xmlns:a16="http://schemas.microsoft.com/office/drawing/2014/main" id="{6A5C3AB7-32F2-DDDA-4FD0-6D37265B8718}"/>
                </a:ext>
              </a:extLst>
            </p:cNvPr>
            <p:cNvSpPr/>
            <p:nvPr/>
          </p:nvSpPr>
          <p:spPr>
            <a:xfrm>
              <a:off x="51480" y="2019240"/>
              <a:ext cx="101880" cy="101520"/>
            </a:xfrm>
            <a:custGeom>
              <a:avLst/>
              <a:gdLst>
                <a:gd name="textAreaLeft" fmla="*/ 0 w 101880"/>
                <a:gd name="textAreaRight" fmla="*/ 102240 w 10188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953" h="4938">
                  <a:moveTo>
                    <a:pt x="1402" y="1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35"/>
                  </a:lnTo>
                  <a:lnTo>
                    <a:pt x="1402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8" name="Google Shape;1847;p46">
              <a:extLst>
                <a:ext uri="{FF2B5EF4-FFF2-40B4-BE49-F238E27FC236}">
                  <a16:creationId xmlns:a16="http://schemas.microsoft.com/office/drawing/2014/main" id="{86057A14-D842-D436-3819-7270C3920799}"/>
                </a:ext>
              </a:extLst>
            </p:cNvPr>
            <p:cNvSpPr/>
            <p:nvPr/>
          </p:nvSpPr>
          <p:spPr>
            <a:xfrm>
              <a:off x="114480" y="1955880"/>
              <a:ext cx="101880" cy="101520"/>
            </a:xfrm>
            <a:custGeom>
              <a:avLst/>
              <a:gdLst>
                <a:gd name="textAreaLeft" fmla="*/ 0 w 101880"/>
                <a:gd name="textAreaRight" fmla="*/ 102240 w 10188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953" h="4937">
                  <a:moveTo>
                    <a:pt x="1402" y="0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50"/>
                  </a:lnTo>
                  <a:lnTo>
                    <a:pt x="1402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9" name="Google Shape;1848;p46">
              <a:extLst>
                <a:ext uri="{FF2B5EF4-FFF2-40B4-BE49-F238E27FC236}">
                  <a16:creationId xmlns:a16="http://schemas.microsoft.com/office/drawing/2014/main" id="{8FF906C3-B898-29BA-C063-9FC44DA2F0FB}"/>
                </a:ext>
              </a:extLst>
            </p:cNvPr>
            <p:cNvSpPr/>
            <p:nvPr/>
          </p:nvSpPr>
          <p:spPr>
            <a:xfrm>
              <a:off x="177840" y="1892880"/>
              <a:ext cx="101520" cy="101520"/>
            </a:xfrm>
            <a:custGeom>
              <a:avLst/>
              <a:gdLst>
                <a:gd name="textAreaLeft" fmla="*/ 0 w 101520"/>
                <a:gd name="textAreaRight" fmla="*/ 101880 w 10152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937" h="4937">
                  <a:moveTo>
                    <a:pt x="1402" y="0"/>
                  </a:moveTo>
                  <a:lnTo>
                    <a:pt x="0" y="1386"/>
                  </a:lnTo>
                  <a:lnTo>
                    <a:pt x="3535" y="4936"/>
                  </a:lnTo>
                  <a:lnTo>
                    <a:pt x="4937" y="3535"/>
                  </a:lnTo>
                  <a:lnTo>
                    <a:pt x="1402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0" name="Google Shape;1849;p46">
              <a:extLst>
                <a:ext uri="{FF2B5EF4-FFF2-40B4-BE49-F238E27FC236}">
                  <a16:creationId xmlns:a16="http://schemas.microsoft.com/office/drawing/2014/main" id="{3ACA94B4-7E42-E5B8-4D8D-C046890E3710}"/>
                </a:ext>
              </a:extLst>
            </p:cNvPr>
            <p:cNvSpPr/>
            <p:nvPr/>
          </p:nvSpPr>
          <p:spPr>
            <a:xfrm>
              <a:off x="240840" y="1829880"/>
              <a:ext cx="101520" cy="101520"/>
            </a:xfrm>
            <a:custGeom>
              <a:avLst/>
              <a:gdLst>
                <a:gd name="textAreaLeft" fmla="*/ 0 w 101520"/>
                <a:gd name="textAreaRight" fmla="*/ 101880 w 10152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938" h="4938">
                  <a:moveTo>
                    <a:pt x="1402" y="1"/>
                  </a:moveTo>
                  <a:lnTo>
                    <a:pt x="1" y="1402"/>
                  </a:lnTo>
                  <a:lnTo>
                    <a:pt x="3535" y="4937"/>
                  </a:lnTo>
                  <a:lnTo>
                    <a:pt x="4937" y="3535"/>
                  </a:lnTo>
                  <a:lnTo>
                    <a:pt x="1402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1" name="Google Shape;1850;p46">
              <a:extLst>
                <a:ext uri="{FF2B5EF4-FFF2-40B4-BE49-F238E27FC236}">
                  <a16:creationId xmlns:a16="http://schemas.microsoft.com/office/drawing/2014/main" id="{85A03406-7A42-4634-648F-21F5B209737E}"/>
                </a:ext>
              </a:extLst>
            </p:cNvPr>
            <p:cNvSpPr/>
            <p:nvPr/>
          </p:nvSpPr>
          <p:spPr>
            <a:xfrm>
              <a:off x="304200" y="1766160"/>
              <a:ext cx="101520" cy="101880"/>
            </a:xfrm>
            <a:custGeom>
              <a:avLst/>
              <a:gdLst>
                <a:gd name="textAreaLeft" fmla="*/ 0 w 101520"/>
                <a:gd name="textAreaRight" fmla="*/ 101880 w 101520"/>
                <a:gd name="textAreaTop" fmla="*/ 0 h 101880"/>
                <a:gd name="textAreaBottom" fmla="*/ 102240 h 101880"/>
              </a:gdLst>
              <a:ahLst/>
              <a:cxnLst/>
              <a:rect l="textAreaLeft" t="textAreaTop" r="textAreaRight" b="textAreaBottom"/>
              <a:pathLst>
                <a:path w="4937" h="4953">
                  <a:moveTo>
                    <a:pt x="1387" y="1"/>
                  </a:moveTo>
                  <a:lnTo>
                    <a:pt x="0" y="1403"/>
                  </a:lnTo>
                  <a:lnTo>
                    <a:pt x="3535" y="4953"/>
                  </a:lnTo>
                  <a:lnTo>
                    <a:pt x="4936" y="3551"/>
                  </a:lnTo>
                  <a:lnTo>
                    <a:pt x="1387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1120" bIns="51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382" name="Google Shape;1851;p46">
            <a:extLst>
              <a:ext uri="{FF2B5EF4-FFF2-40B4-BE49-F238E27FC236}">
                <a16:creationId xmlns:a16="http://schemas.microsoft.com/office/drawing/2014/main" id="{CE189039-29EC-D079-08B5-E20DF4D4A1A7}"/>
              </a:ext>
            </a:extLst>
          </p:cNvPr>
          <p:cNvSpPr/>
          <p:nvPr/>
        </p:nvSpPr>
        <p:spPr>
          <a:xfrm>
            <a:off x="4744216" y="316322"/>
            <a:ext cx="3988304" cy="3860875"/>
          </a:xfrm>
          <a:prstGeom prst="snip1Rect">
            <a:avLst>
              <a:gd name="adj" fmla="val 16667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2180B78-6DF7-E7FF-538A-59AC719B61B3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405360" y="1526720"/>
            <a:ext cx="353084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reference list includes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 sources cited in the paper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helps readers locate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original sources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References must follow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proper formatting rules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Accurate references improve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quality of research writing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746721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D64B8-98B7-404D-6236-E819C67E5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Rectangle 1396">
            <a:extLst>
              <a:ext uri="{FF2B5EF4-FFF2-40B4-BE49-F238E27FC236}">
                <a16:creationId xmlns:a16="http://schemas.microsoft.com/office/drawing/2014/main" id="{05AB2DF9-1009-FA08-4C40-72581AE0C4FB}"/>
              </a:ext>
            </a:extLst>
          </p:cNvPr>
          <p:cNvSpPr/>
          <p:nvPr/>
        </p:nvSpPr>
        <p:spPr>
          <a:xfrm>
            <a:off x="914400" y="490794"/>
            <a:ext cx="526412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0000"/>
          </a:bodyPr>
          <a:lstStyle/>
          <a:p>
            <a:pPr>
              <a:tabLst>
                <a:tab pos="0" algn="l"/>
              </a:tabLst>
            </a:pPr>
            <a:r>
              <a:rPr lang="en-US" sz="32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IBM Plex Mono" panose="020B0509050203000203" pitchFamily="49" charset="0"/>
              </a:rPr>
              <a:t>6.16 Specifics and Academic Writing Rules</a:t>
            </a:r>
            <a:endParaRPr lang="en-US" sz="3000" b="1" u="none" strike="noStrike" dirty="0">
              <a:solidFill>
                <a:schemeClr val="bg2">
                  <a:lumMod val="60000"/>
                  <a:lumOff val="40000"/>
                </a:schemeClr>
              </a:solidFill>
              <a:effectLst/>
              <a:uFillTx/>
              <a:latin typeface="IBM Plex Mono" panose="020B0509050203000203" pitchFamily="49" charset="0"/>
            </a:endParaRPr>
          </a:p>
        </p:txBody>
      </p:sp>
      <p:sp>
        <p:nvSpPr>
          <p:cNvPr id="1398" name="Rectangle 1397">
            <a:extLst>
              <a:ext uri="{FF2B5EF4-FFF2-40B4-BE49-F238E27FC236}">
                <a16:creationId xmlns:a16="http://schemas.microsoft.com/office/drawing/2014/main" id="{07F82DAE-C254-23DE-F4E0-6046A8BB2C83}"/>
              </a:ext>
            </a:extLst>
          </p:cNvPr>
          <p:cNvSpPr/>
          <p:nvPr/>
        </p:nvSpPr>
        <p:spPr>
          <a:xfrm>
            <a:off x="1151193" y="4864180"/>
            <a:ext cx="2154684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9AA53E-CDD0-506E-6B30-E065F18D5E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927131"/>
            <a:ext cx="5987143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Follow correct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capitalization and grammar rules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Avoid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dangling theorems or unclear statements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footnotes only when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necessary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equations only when they are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referenced later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Avoid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plagiarism and self-plagiarism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properly citing sources.</a:t>
            </a:r>
          </a:p>
        </p:txBody>
      </p:sp>
    </p:spTree>
    <p:extLst>
      <p:ext uri="{BB962C8B-B14F-4D97-AF65-F5344CB8AC3E}">
        <p14:creationId xmlns:p14="http://schemas.microsoft.com/office/powerpoint/2010/main" val="538952409"/>
      </p:ext>
    </p:extLst>
  </p:cSld>
  <p:clrMapOvr>
    <a:masterClrMapping/>
  </p:clrMapOvr>
</p:sld>
</file>

<file path=ppt/theme/theme1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</TotalTime>
  <Words>699</Words>
  <Application>Microsoft Office PowerPoint</Application>
  <PresentationFormat>On-screen Show (16:9)</PresentationFormat>
  <Paragraphs>107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IBM Plex Mono</vt:lpstr>
      <vt:lpstr>OpenSymbol</vt:lpstr>
      <vt:lpstr>Poppins</vt:lpstr>
      <vt:lpstr>Symbol</vt:lpstr>
      <vt:lpstr>Wingdings</vt:lpstr>
      <vt:lpstr>Introduction to Coding Workshop by Slidesgo</vt:lpstr>
      <vt:lpstr>Introduction to Coding Workshop by Slidesgo</vt:lpstr>
      <vt:lpstr>Slidesgo Final Pages</vt:lpstr>
      <vt:lpstr>Research Methodology</vt:lpstr>
      <vt:lpstr>6.1 Audience</vt:lpstr>
      <vt:lpstr>6.2 Organization and Structure</vt:lpstr>
      <vt:lpstr>PowerPoint Presentation</vt:lpstr>
      <vt:lpstr>PowerPoint Presentation</vt:lpstr>
      <vt:lpstr>PowerPoint Presentation</vt:lpstr>
      <vt:lpstr>6.6 Abstract</vt:lpstr>
      <vt:lpstr>PowerPoint Presentation</vt:lpstr>
      <vt:lpstr>PowerPoint Presentation</vt:lpstr>
      <vt:lpstr>6.9 Computational Experiments</vt:lpstr>
      <vt:lpstr>6.10 Tables</vt:lpstr>
      <vt:lpstr>PowerPoint Presentation</vt:lpstr>
      <vt:lpstr>PowerPoint Presentation</vt:lpstr>
      <vt:lpstr>PowerPoint Presentation</vt:lpstr>
      <vt:lpstr>6.14 Appendix</vt:lpstr>
      <vt:lpstr>6.15 Reference List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Fardin Rangrez</dc:creator>
  <cp:lastModifiedBy>Fardin Rangrez</cp:lastModifiedBy>
  <cp:revision>3</cp:revision>
  <dcterms:modified xsi:type="dcterms:W3CDTF">2026-03-12T14:44:11Z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2026-03-11T20:32:06Z</dcterms:created>
  <dc:creator>Unknown Creator</dc:creator>
  <dc:description/>
  <dc:language>en-US</dc:language>
  <cp:lastModifiedBy>Unknown Creator</cp:lastModifiedBy>
  <dcterms:modified xsi:type="dcterms:W3CDTF">2026-03-11T20:32:06Z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